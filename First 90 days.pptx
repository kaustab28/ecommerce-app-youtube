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9" r:id="rId3"/>
    <p:sldId id="258" r:id="rId4"/>
    <p:sldId id="265" r:id="rId5"/>
    <p:sldId id="261" r:id="rId6"/>
    <p:sldId id="264" r:id="rId7"/>
    <p:sldId id="270" r:id="rId8"/>
    <p:sldId id="269" r:id="rId9"/>
    <p:sldId id="272" r:id="rId10"/>
    <p:sldId id="300" r:id="rId11"/>
    <p:sldId id="301" r:id="rId12"/>
    <p:sldId id="302" r:id="rId13"/>
    <p:sldId id="303" r:id="rId14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6"/>
      <p:bold r:id="rId17"/>
      <p:italic r:id="rId18"/>
      <p:boldItalic r:id="rId19"/>
    </p:embeddedFont>
    <p:embeddedFont>
      <p:font typeface="Helvetica Neue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2E"/>
    <a:srgbClr val="D4D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3DD852-A22C-4D40-A036-060BEB6B1366}">
  <a:tblStyle styleId="{3A3DD852-A22C-4D40-A036-060BEB6B13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3623fa2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3623fa2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d37bebfb3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d37bebfb3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3623fa20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3623fa20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37bebfb3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37bebfb3b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3623fa20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3623fa20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7a31640d5d_0_20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7a31640d5d_0_20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d37bebfb3b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d37bebfb3b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d37bebfb3b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d37bebfb3b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d37bebfb3b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d37bebfb3b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A10FE59C-7302-C815-2A9E-DE4DFB5E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d37bebfb3b_0_446:notes">
            <a:extLst>
              <a:ext uri="{FF2B5EF4-FFF2-40B4-BE49-F238E27FC236}">
                <a16:creationId xmlns:a16="http://schemas.microsoft.com/office/drawing/2014/main" id="{0021BF6A-FB31-B61D-5DAB-9FAF1D76B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d37bebfb3b_0_446:notes">
            <a:extLst>
              <a:ext uri="{FF2B5EF4-FFF2-40B4-BE49-F238E27FC236}">
                <a16:creationId xmlns:a16="http://schemas.microsoft.com/office/drawing/2014/main" id="{21DB51B4-0F49-32C5-C2F2-831BAE301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855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5E8E85E4-6DD7-13E3-422D-3EC182E4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37bebfb3b_0_81:notes">
            <a:extLst>
              <a:ext uri="{FF2B5EF4-FFF2-40B4-BE49-F238E27FC236}">
                <a16:creationId xmlns:a16="http://schemas.microsoft.com/office/drawing/2014/main" id="{0D3D4456-EC2C-F802-2054-C974BE8271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37bebfb3b_0_81:notes">
            <a:extLst>
              <a:ext uri="{FF2B5EF4-FFF2-40B4-BE49-F238E27FC236}">
                <a16:creationId xmlns:a16="http://schemas.microsoft.com/office/drawing/2014/main" id="{DCCF28CD-4A0F-C0A3-E890-B4753757E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45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5C24CE45-6151-0390-0BC5-FAE35FC0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d37bebfb3b_0_446:notes">
            <a:extLst>
              <a:ext uri="{FF2B5EF4-FFF2-40B4-BE49-F238E27FC236}">
                <a16:creationId xmlns:a16="http://schemas.microsoft.com/office/drawing/2014/main" id="{0F5F9600-7224-AEDD-772F-443E7BEAF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d37bebfb3b_0_446:notes">
            <a:extLst>
              <a:ext uri="{FF2B5EF4-FFF2-40B4-BE49-F238E27FC236}">
                <a16:creationId xmlns:a16="http://schemas.microsoft.com/office/drawing/2014/main" id="{C418DA24-568D-0B89-BC4E-4A8B773D0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555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27F5937A-69AF-766F-7000-0715E4E00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d37bebfb3b_0_600:notes">
            <a:extLst>
              <a:ext uri="{FF2B5EF4-FFF2-40B4-BE49-F238E27FC236}">
                <a16:creationId xmlns:a16="http://schemas.microsoft.com/office/drawing/2014/main" id="{19538D2A-9738-ACCD-4D25-D5B85D653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d37bebfb3b_0_600:notes">
            <a:extLst>
              <a:ext uri="{FF2B5EF4-FFF2-40B4-BE49-F238E27FC236}">
                <a16:creationId xmlns:a16="http://schemas.microsoft.com/office/drawing/2014/main" id="{9FF996A4-E914-1129-F8FF-019C9EADB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238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" y="-2425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3469725"/>
            <a:ext cx="9144000" cy="98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795538" y="3189550"/>
            <a:ext cx="100500" cy="1501500"/>
            <a:chOff x="998550" y="3340400"/>
            <a:chExt cx="100500" cy="1501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1048825" y="3340400"/>
              <a:ext cx="0" cy="150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15;p2"/>
            <p:cNvSpPr/>
            <p:nvPr/>
          </p:nvSpPr>
          <p:spPr>
            <a:xfrm>
              <a:off x="998550" y="4062000"/>
              <a:ext cx="100500" cy="100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613013" y="3189550"/>
            <a:ext cx="100500" cy="1501500"/>
            <a:chOff x="998550" y="3340400"/>
            <a:chExt cx="100500" cy="1501500"/>
          </a:xfrm>
        </p:grpSpPr>
        <p:cxnSp>
          <p:nvCxnSpPr>
            <p:cNvPr id="17" name="Google Shape;17;p2"/>
            <p:cNvCxnSpPr/>
            <p:nvPr/>
          </p:nvCxnSpPr>
          <p:spPr>
            <a:xfrm>
              <a:off x="1048825" y="3340400"/>
              <a:ext cx="0" cy="150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18;p2"/>
            <p:cNvSpPr/>
            <p:nvPr/>
          </p:nvSpPr>
          <p:spPr>
            <a:xfrm>
              <a:off x="998550" y="4062000"/>
              <a:ext cx="100500" cy="100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5430488" y="3189550"/>
            <a:ext cx="100500" cy="1501500"/>
            <a:chOff x="998550" y="3340400"/>
            <a:chExt cx="100500" cy="1501500"/>
          </a:xfrm>
        </p:grpSpPr>
        <p:cxnSp>
          <p:nvCxnSpPr>
            <p:cNvPr id="20" name="Google Shape;20;p2"/>
            <p:cNvCxnSpPr/>
            <p:nvPr/>
          </p:nvCxnSpPr>
          <p:spPr>
            <a:xfrm>
              <a:off x="1048825" y="3340400"/>
              <a:ext cx="0" cy="150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21;p2"/>
            <p:cNvSpPr/>
            <p:nvPr/>
          </p:nvSpPr>
          <p:spPr>
            <a:xfrm>
              <a:off x="998550" y="4062000"/>
              <a:ext cx="100500" cy="100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247963" y="3189550"/>
            <a:ext cx="100500" cy="1501500"/>
            <a:chOff x="998550" y="3340400"/>
            <a:chExt cx="100500" cy="1501500"/>
          </a:xfrm>
        </p:grpSpPr>
        <p:cxnSp>
          <p:nvCxnSpPr>
            <p:cNvPr id="23" name="Google Shape;23;p2"/>
            <p:cNvCxnSpPr/>
            <p:nvPr/>
          </p:nvCxnSpPr>
          <p:spPr>
            <a:xfrm>
              <a:off x="1048825" y="3340400"/>
              <a:ext cx="0" cy="150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24;p2"/>
            <p:cNvSpPr/>
            <p:nvPr/>
          </p:nvSpPr>
          <p:spPr>
            <a:xfrm>
              <a:off x="998550" y="4062000"/>
              <a:ext cx="100500" cy="100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" name="Google Shape;25;p2"/>
          <p:cNvCxnSpPr/>
          <p:nvPr/>
        </p:nvCxnSpPr>
        <p:spPr>
          <a:xfrm>
            <a:off x="8238607" y="3961432"/>
            <a:ext cx="905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26;p2"/>
          <p:cNvSpPr txBox="1"/>
          <p:nvPr/>
        </p:nvSpPr>
        <p:spPr>
          <a:xfrm>
            <a:off x="7636225" y="3768075"/>
            <a:ext cx="6021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ntium Book Basic"/>
                <a:ea typeface="Gentium Book Basic"/>
                <a:cs typeface="Gentium Book Basic"/>
                <a:sym typeface="Gentium Book Basic"/>
              </a:rPr>
              <a:t>2022</a:t>
            </a:r>
            <a:endParaRPr>
              <a:latin typeface="Gentium Book Basic"/>
              <a:ea typeface="Gentium Book Basic"/>
              <a:cs typeface="Gentium Book Basic"/>
              <a:sym typeface="Gentium Book Basic"/>
            </a:endParaRPr>
          </a:p>
        </p:txBody>
      </p:sp>
      <p:cxnSp>
        <p:nvCxnSpPr>
          <p:cNvPr id="27" name="Google Shape;27;p2"/>
          <p:cNvCxnSpPr/>
          <p:nvPr/>
        </p:nvCxnSpPr>
        <p:spPr>
          <a:xfrm>
            <a:off x="7" y="3961432"/>
            <a:ext cx="905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2"/>
          <p:cNvSpPr txBox="1"/>
          <p:nvPr/>
        </p:nvSpPr>
        <p:spPr>
          <a:xfrm>
            <a:off x="905400" y="3768075"/>
            <a:ext cx="6021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ntium Book Basic"/>
                <a:ea typeface="Gentium Book Basic"/>
                <a:cs typeface="Gentium Book Basic"/>
                <a:sym typeface="Gentium Book Basic"/>
              </a:rPr>
              <a:t>2022</a:t>
            </a:r>
            <a:endParaRPr>
              <a:latin typeface="Gentium Book Basic"/>
              <a:ea typeface="Gentium Book Basic"/>
              <a:cs typeface="Gentium Book Basic"/>
              <a:sym typeface="Gentium Book Basic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713225" y="1556150"/>
            <a:ext cx="6791700" cy="8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713243" y="2446225"/>
            <a:ext cx="57018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i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" y="-2425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4627950" y="921163"/>
            <a:ext cx="3397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4627950" y="1714938"/>
            <a:ext cx="3397800" cy="25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864525" y="973450"/>
            <a:ext cx="3461400" cy="15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713225" y="2649125"/>
            <a:ext cx="3790200" cy="14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864500" y="1875875"/>
            <a:ext cx="2191200" cy="106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1307100" y="1951739"/>
            <a:ext cx="2099700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2"/>
          </p:nvPr>
        </p:nvSpPr>
        <p:spPr>
          <a:xfrm>
            <a:off x="1307100" y="3388825"/>
            <a:ext cx="2099700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3"/>
          </p:nvPr>
        </p:nvSpPr>
        <p:spPr>
          <a:xfrm>
            <a:off x="5737150" y="1947729"/>
            <a:ext cx="2099700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4"/>
          </p:nvPr>
        </p:nvSpPr>
        <p:spPr>
          <a:xfrm>
            <a:off x="1307096" y="156415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5"/>
          </p:nvPr>
        </p:nvSpPr>
        <p:spPr>
          <a:xfrm>
            <a:off x="1307096" y="3002125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6"/>
          </p:nvPr>
        </p:nvSpPr>
        <p:spPr>
          <a:xfrm>
            <a:off x="5737146" y="156101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7"/>
          </p:nvPr>
        </p:nvSpPr>
        <p:spPr>
          <a:xfrm>
            <a:off x="5737150" y="3392813"/>
            <a:ext cx="2099700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8"/>
          </p:nvPr>
        </p:nvSpPr>
        <p:spPr>
          <a:xfrm>
            <a:off x="5737146" y="300526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9" hasCustomPrompt="1"/>
          </p:nvPr>
        </p:nvSpPr>
        <p:spPr>
          <a:xfrm>
            <a:off x="3667875" y="1955050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4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13" hasCustomPrompt="1"/>
          </p:nvPr>
        </p:nvSpPr>
        <p:spPr>
          <a:xfrm>
            <a:off x="3667875" y="2840975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4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4" hasCustomPrompt="1"/>
          </p:nvPr>
        </p:nvSpPr>
        <p:spPr>
          <a:xfrm>
            <a:off x="4648200" y="2840975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4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15" hasCustomPrompt="1"/>
          </p:nvPr>
        </p:nvSpPr>
        <p:spPr>
          <a:xfrm>
            <a:off x="4648200" y="1955050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4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">
    <p:bg>
      <p:bgPr>
        <a:solidFill>
          <a:schemeClr val="dk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">
    <p:bg>
      <p:bgPr>
        <a:solidFill>
          <a:schemeClr val="dk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0" y="229875"/>
            <a:ext cx="84306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8430600" y="229875"/>
            <a:ext cx="255900" cy="46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subTitle" idx="1"/>
          </p:nvPr>
        </p:nvSpPr>
        <p:spPr>
          <a:xfrm>
            <a:off x="713250" y="3229250"/>
            <a:ext cx="209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2"/>
          </p:nvPr>
        </p:nvSpPr>
        <p:spPr>
          <a:xfrm>
            <a:off x="2942375" y="3229250"/>
            <a:ext cx="209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3"/>
          </p:nvPr>
        </p:nvSpPr>
        <p:spPr>
          <a:xfrm>
            <a:off x="5171500" y="3229250"/>
            <a:ext cx="209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4"/>
          </p:nvPr>
        </p:nvSpPr>
        <p:spPr>
          <a:xfrm>
            <a:off x="713246" y="284255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5"/>
          </p:nvPr>
        </p:nvSpPr>
        <p:spPr>
          <a:xfrm>
            <a:off x="2942371" y="284255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6"/>
          </p:nvPr>
        </p:nvSpPr>
        <p:spPr>
          <a:xfrm>
            <a:off x="5171496" y="284255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solidFill>
          <a:schemeClr val="dk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"/>
          </p:nvPr>
        </p:nvSpPr>
        <p:spPr>
          <a:xfrm>
            <a:off x="1813863" y="2140539"/>
            <a:ext cx="2099700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2"/>
          </p:nvPr>
        </p:nvSpPr>
        <p:spPr>
          <a:xfrm>
            <a:off x="1813863" y="3577625"/>
            <a:ext cx="2099700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3"/>
          </p:nvPr>
        </p:nvSpPr>
        <p:spPr>
          <a:xfrm>
            <a:off x="5223838" y="1404429"/>
            <a:ext cx="2099700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4"/>
          </p:nvPr>
        </p:nvSpPr>
        <p:spPr>
          <a:xfrm>
            <a:off x="1813858" y="175295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5"/>
          </p:nvPr>
        </p:nvSpPr>
        <p:spPr>
          <a:xfrm>
            <a:off x="1813858" y="3190925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6"/>
          </p:nvPr>
        </p:nvSpPr>
        <p:spPr>
          <a:xfrm>
            <a:off x="5223833" y="101771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ubTitle" idx="7"/>
          </p:nvPr>
        </p:nvSpPr>
        <p:spPr>
          <a:xfrm>
            <a:off x="5223838" y="2849513"/>
            <a:ext cx="2099700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ubTitle" idx="8"/>
          </p:nvPr>
        </p:nvSpPr>
        <p:spPr>
          <a:xfrm>
            <a:off x="5223833" y="246196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2000" b="1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5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">
    <p:bg>
      <p:bgPr>
        <a:solidFill>
          <a:schemeClr val="dk2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/>
          <p:nvPr/>
        </p:nvSpPr>
        <p:spPr>
          <a:xfrm>
            <a:off x="0" y="229875"/>
            <a:ext cx="9144000" cy="4683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●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○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■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●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○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■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●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○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ntium Book Basic"/>
              <a:buChar char="■"/>
              <a:defRPr>
                <a:solidFill>
                  <a:schemeClr val="dk1"/>
                </a:solidFill>
                <a:latin typeface="Gentium Book Basic"/>
                <a:ea typeface="Gentium Book Basic"/>
                <a:cs typeface="Gentium Book Basic"/>
                <a:sym typeface="Gentium Book Bas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3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FF95F06-5FAC-DDD9-C43D-D9504EDBD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9982" y="7992"/>
            <a:ext cx="3086100" cy="5150082"/>
          </a:xfrm>
          <a:prstGeom prst="rect">
            <a:avLst/>
          </a:prstGeom>
        </p:spPr>
      </p:pic>
      <p:sp>
        <p:nvSpPr>
          <p:cNvPr id="201" name="Google Shape;201;p27"/>
          <p:cNvSpPr txBox="1">
            <a:spLocks noGrp="1"/>
          </p:cNvSpPr>
          <p:nvPr>
            <p:ph type="ctrTitle"/>
          </p:nvPr>
        </p:nvSpPr>
        <p:spPr>
          <a:xfrm>
            <a:off x="312234" y="1353027"/>
            <a:ext cx="8831766" cy="11815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The First </a:t>
            </a:r>
            <a:r>
              <a:rPr lang="en" sz="4400" dirty="0">
                <a:solidFill>
                  <a:srgbClr val="FF632E"/>
                </a:solidFill>
              </a:rPr>
              <a:t>90 </a:t>
            </a:r>
            <a:r>
              <a:rPr lang="en" sz="4400" dirty="0">
                <a:solidFill>
                  <a:schemeClr val="tx1"/>
                </a:solidFill>
              </a:rPr>
              <a:t>Days in a New Role</a:t>
            </a:r>
            <a:endParaRPr sz="4400" dirty="0"/>
          </a:p>
        </p:txBody>
      </p:sp>
      <p:sp>
        <p:nvSpPr>
          <p:cNvPr id="202" name="Google Shape;202;p27"/>
          <p:cNvSpPr txBox="1">
            <a:spLocks noGrp="1"/>
          </p:cNvSpPr>
          <p:nvPr>
            <p:ph type="subTitle" idx="1"/>
          </p:nvPr>
        </p:nvSpPr>
        <p:spPr>
          <a:xfrm>
            <a:off x="418163" y="2394523"/>
            <a:ext cx="5998731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Make Them Count</a:t>
            </a:r>
            <a:endParaRPr dirty="0"/>
          </a:p>
        </p:txBody>
      </p:sp>
      <p:sp>
        <p:nvSpPr>
          <p:cNvPr id="3" name="Google Shape;12495;p63">
            <a:extLst>
              <a:ext uri="{FF2B5EF4-FFF2-40B4-BE49-F238E27FC236}">
                <a16:creationId xmlns:a16="http://schemas.microsoft.com/office/drawing/2014/main" id="{6ABEBD22-4869-66A0-562B-7423E5CD1128}"/>
              </a:ext>
            </a:extLst>
          </p:cNvPr>
          <p:cNvSpPr/>
          <p:nvPr/>
        </p:nvSpPr>
        <p:spPr>
          <a:xfrm>
            <a:off x="1305227" y="1209792"/>
            <a:ext cx="304727" cy="340186"/>
          </a:xfrm>
          <a:custGeom>
            <a:avLst/>
            <a:gdLst/>
            <a:ahLst/>
            <a:cxnLst/>
            <a:rect l="l" t="t" r="r" b="b"/>
            <a:pathLst>
              <a:path w="19464" h="19326" extrusionOk="0">
                <a:moveTo>
                  <a:pt x="17908" y="1131"/>
                </a:moveTo>
                <a:cubicBezTo>
                  <a:pt x="18031" y="1131"/>
                  <a:pt x="18157" y="1132"/>
                  <a:pt x="18283" y="1134"/>
                </a:cubicBezTo>
                <a:cubicBezTo>
                  <a:pt x="18301" y="2369"/>
                  <a:pt x="18232" y="3465"/>
                  <a:pt x="18057" y="4449"/>
                </a:cubicBezTo>
                <a:cubicBezTo>
                  <a:pt x="16453" y="4223"/>
                  <a:pt x="15191" y="2960"/>
                  <a:pt x="14968" y="1357"/>
                </a:cubicBezTo>
                <a:cubicBezTo>
                  <a:pt x="15851" y="1203"/>
                  <a:pt x="16825" y="1131"/>
                  <a:pt x="17908" y="1131"/>
                </a:cubicBezTo>
                <a:close/>
                <a:moveTo>
                  <a:pt x="6462" y="6683"/>
                </a:moveTo>
                <a:lnTo>
                  <a:pt x="6462" y="6686"/>
                </a:lnTo>
                <a:cubicBezTo>
                  <a:pt x="6003" y="7471"/>
                  <a:pt x="5574" y="8281"/>
                  <a:pt x="5173" y="9066"/>
                </a:cubicBezTo>
                <a:lnTo>
                  <a:pt x="2712" y="8839"/>
                </a:lnTo>
                <a:cubicBezTo>
                  <a:pt x="3545" y="7571"/>
                  <a:pt x="4952" y="6756"/>
                  <a:pt x="6462" y="6683"/>
                </a:cubicBezTo>
                <a:close/>
                <a:moveTo>
                  <a:pt x="13863" y="1608"/>
                </a:moveTo>
                <a:cubicBezTo>
                  <a:pt x="14195" y="3637"/>
                  <a:pt x="15783" y="5225"/>
                  <a:pt x="17809" y="5557"/>
                </a:cubicBezTo>
                <a:cubicBezTo>
                  <a:pt x="17347" y="7209"/>
                  <a:pt x="16532" y="8534"/>
                  <a:pt x="15303" y="9718"/>
                </a:cubicBezTo>
                <a:cubicBezTo>
                  <a:pt x="13932" y="11043"/>
                  <a:pt x="11825" y="12218"/>
                  <a:pt x="9868" y="13221"/>
                </a:cubicBezTo>
                <a:lnTo>
                  <a:pt x="6196" y="9552"/>
                </a:lnTo>
                <a:cubicBezTo>
                  <a:pt x="7199" y="7592"/>
                  <a:pt x="8376" y="5485"/>
                  <a:pt x="9699" y="4114"/>
                </a:cubicBezTo>
                <a:cubicBezTo>
                  <a:pt x="10886" y="2885"/>
                  <a:pt x="12208" y="2073"/>
                  <a:pt x="13863" y="1608"/>
                </a:cubicBezTo>
                <a:close/>
                <a:moveTo>
                  <a:pt x="5659" y="10612"/>
                </a:moveTo>
                <a:lnTo>
                  <a:pt x="8805" y="13758"/>
                </a:lnTo>
                <a:lnTo>
                  <a:pt x="8503" y="13909"/>
                </a:lnTo>
                <a:cubicBezTo>
                  <a:pt x="8237" y="14039"/>
                  <a:pt x="7984" y="14169"/>
                  <a:pt x="7736" y="14292"/>
                </a:cubicBezTo>
                <a:lnTo>
                  <a:pt x="5124" y="11681"/>
                </a:lnTo>
                <a:cubicBezTo>
                  <a:pt x="5248" y="11433"/>
                  <a:pt x="5378" y="11179"/>
                  <a:pt x="5508" y="10914"/>
                </a:cubicBezTo>
                <a:lnTo>
                  <a:pt x="5659" y="10612"/>
                </a:lnTo>
                <a:close/>
                <a:moveTo>
                  <a:pt x="12658" y="13000"/>
                </a:moveTo>
                <a:lnTo>
                  <a:pt x="12658" y="13000"/>
                </a:lnTo>
                <a:cubicBezTo>
                  <a:pt x="12567" y="14483"/>
                  <a:pt x="11782" y="15835"/>
                  <a:pt x="10538" y="16651"/>
                </a:cubicBezTo>
                <a:lnTo>
                  <a:pt x="10348" y="14247"/>
                </a:lnTo>
                <a:cubicBezTo>
                  <a:pt x="11109" y="13858"/>
                  <a:pt x="11894" y="13441"/>
                  <a:pt x="12658" y="13000"/>
                </a:cubicBezTo>
                <a:close/>
                <a:moveTo>
                  <a:pt x="4596" y="12756"/>
                </a:moveTo>
                <a:lnTo>
                  <a:pt x="5233" y="13393"/>
                </a:lnTo>
                <a:lnTo>
                  <a:pt x="4034" y="14594"/>
                </a:lnTo>
                <a:cubicBezTo>
                  <a:pt x="3814" y="14815"/>
                  <a:pt x="3811" y="15174"/>
                  <a:pt x="4034" y="15395"/>
                </a:cubicBezTo>
                <a:cubicBezTo>
                  <a:pt x="4145" y="15505"/>
                  <a:pt x="4290" y="15560"/>
                  <a:pt x="4434" y="15560"/>
                </a:cubicBezTo>
                <a:cubicBezTo>
                  <a:pt x="4579" y="15560"/>
                  <a:pt x="4724" y="15505"/>
                  <a:pt x="4835" y="15395"/>
                </a:cubicBezTo>
                <a:lnTo>
                  <a:pt x="6036" y="14193"/>
                </a:lnTo>
                <a:lnTo>
                  <a:pt x="6673" y="14833"/>
                </a:lnTo>
                <a:cubicBezTo>
                  <a:pt x="6528" y="15192"/>
                  <a:pt x="6311" y="15521"/>
                  <a:pt x="6036" y="15796"/>
                </a:cubicBezTo>
                <a:cubicBezTo>
                  <a:pt x="5387" y="16445"/>
                  <a:pt x="3110" y="17327"/>
                  <a:pt x="1555" y="17864"/>
                </a:cubicBezTo>
                <a:cubicBezTo>
                  <a:pt x="2096" y="16312"/>
                  <a:pt x="2984" y="14042"/>
                  <a:pt x="3633" y="13393"/>
                </a:cubicBezTo>
                <a:cubicBezTo>
                  <a:pt x="3908" y="13115"/>
                  <a:pt x="4234" y="12900"/>
                  <a:pt x="4596" y="12756"/>
                </a:cubicBezTo>
                <a:close/>
                <a:moveTo>
                  <a:pt x="17939" y="0"/>
                </a:moveTo>
                <a:cubicBezTo>
                  <a:pt x="16582" y="0"/>
                  <a:pt x="15371" y="113"/>
                  <a:pt x="14282" y="349"/>
                </a:cubicBezTo>
                <a:cubicBezTo>
                  <a:pt x="14258" y="352"/>
                  <a:pt x="14234" y="358"/>
                  <a:pt x="14213" y="364"/>
                </a:cubicBezTo>
                <a:cubicBezTo>
                  <a:pt x="12057" y="841"/>
                  <a:pt x="10360" y="1801"/>
                  <a:pt x="8887" y="3329"/>
                </a:cubicBezTo>
                <a:cubicBezTo>
                  <a:pt x="8277" y="3960"/>
                  <a:pt x="7703" y="4724"/>
                  <a:pt x="7166" y="5548"/>
                </a:cubicBezTo>
                <a:lnTo>
                  <a:pt x="6676" y="5548"/>
                </a:lnTo>
                <a:cubicBezTo>
                  <a:pt x="5583" y="5548"/>
                  <a:pt x="4511" y="5856"/>
                  <a:pt x="3584" y="6436"/>
                </a:cubicBezTo>
                <a:cubicBezTo>
                  <a:pt x="2658" y="7016"/>
                  <a:pt x="1909" y="7837"/>
                  <a:pt x="1420" y="8815"/>
                </a:cubicBezTo>
                <a:lnTo>
                  <a:pt x="1284" y="9084"/>
                </a:lnTo>
                <a:cubicBezTo>
                  <a:pt x="1096" y="9458"/>
                  <a:pt x="1368" y="9902"/>
                  <a:pt x="1791" y="9905"/>
                </a:cubicBezTo>
                <a:lnTo>
                  <a:pt x="1948" y="9905"/>
                </a:lnTo>
                <a:lnTo>
                  <a:pt x="4623" y="10153"/>
                </a:lnTo>
                <a:cubicBezTo>
                  <a:pt x="4581" y="10237"/>
                  <a:pt x="4539" y="10322"/>
                  <a:pt x="4496" y="10409"/>
                </a:cubicBezTo>
                <a:cubicBezTo>
                  <a:pt x="4297" y="10802"/>
                  <a:pt x="4113" y="11176"/>
                  <a:pt x="3929" y="11533"/>
                </a:cubicBezTo>
                <a:cubicBezTo>
                  <a:pt x="3880" y="11626"/>
                  <a:pt x="3859" y="11732"/>
                  <a:pt x="3868" y="11838"/>
                </a:cubicBezTo>
                <a:cubicBezTo>
                  <a:pt x="3485" y="12031"/>
                  <a:pt x="3135" y="12287"/>
                  <a:pt x="2833" y="12592"/>
                </a:cubicBezTo>
                <a:cubicBezTo>
                  <a:pt x="1664" y="13761"/>
                  <a:pt x="275" y="18097"/>
                  <a:pt x="121" y="18586"/>
                </a:cubicBezTo>
                <a:cubicBezTo>
                  <a:pt x="1" y="18966"/>
                  <a:pt x="294" y="19325"/>
                  <a:pt x="657" y="19325"/>
                </a:cubicBezTo>
                <a:cubicBezTo>
                  <a:pt x="713" y="19325"/>
                  <a:pt x="770" y="19317"/>
                  <a:pt x="828" y="19299"/>
                </a:cubicBezTo>
                <a:cubicBezTo>
                  <a:pt x="1320" y="19145"/>
                  <a:pt x="5665" y="17765"/>
                  <a:pt x="6836" y="16593"/>
                </a:cubicBezTo>
                <a:cubicBezTo>
                  <a:pt x="7144" y="16288"/>
                  <a:pt x="7398" y="15935"/>
                  <a:pt x="7594" y="15549"/>
                </a:cubicBezTo>
                <a:lnTo>
                  <a:pt x="7628" y="15549"/>
                </a:lnTo>
                <a:cubicBezTo>
                  <a:pt x="7715" y="15549"/>
                  <a:pt x="7806" y="15527"/>
                  <a:pt x="7884" y="15485"/>
                </a:cubicBezTo>
                <a:cubicBezTo>
                  <a:pt x="8240" y="15304"/>
                  <a:pt x="8615" y="15117"/>
                  <a:pt x="9010" y="14920"/>
                </a:cubicBezTo>
                <a:lnTo>
                  <a:pt x="9255" y="14797"/>
                </a:lnTo>
                <a:lnTo>
                  <a:pt x="9463" y="17418"/>
                </a:lnTo>
                <a:lnTo>
                  <a:pt x="9463" y="17578"/>
                </a:lnTo>
                <a:cubicBezTo>
                  <a:pt x="9463" y="17906"/>
                  <a:pt x="9732" y="18144"/>
                  <a:pt x="10028" y="18144"/>
                </a:cubicBezTo>
                <a:cubicBezTo>
                  <a:pt x="10113" y="18144"/>
                  <a:pt x="10201" y="18124"/>
                  <a:pt x="10285" y="18082"/>
                </a:cubicBezTo>
                <a:lnTo>
                  <a:pt x="10553" y="17946"/>
                </a:lnTo>
                <a:cubicBezTo>
                  <a:pt x="12543" y="16950"/>
                  <a:pt x="13802" y="14914"/>
                  <a:pt x="13799" y="12689"/>
                </a:cubicBezTo>
                <a:lnTo>
                  <a:pt x="13799" y="12303"/>
                </a:lnTo>
                <a:cubicBezTo>
                  <a:pt x="14654" y="11750"/>
                  <a:pt x="15442" y="11161"/>
                  <a:pt x="16091" y="10536"/>
                </a:cubicBezTo>
                <a:cubicBezTo>
                  <a:pt x="17619" y="9060"/>
                  <a:pt x="18582" y="7366"/>
                  <a:pt x="19059" y="5207"/>
                </a:cubicBezTo>
                <a:cubicBezTo>
                  <a:pt x="19065" y="5186"/>
                  <a:pt x="19068" y="5165"/>
                  <a:pt x="19071" y="5140"/>
                </a:cubicBezTo>
                <a:cubicBezTo>
                  <a:pt x="19361" y="3809"/>
                  <a:pt x="19464" y="2302"/>
                  <a:pt x="19403" y="563"/>
                </a:cubicBezTo>
                <a:cubicBezTo>
                  <a:pt x="19394" y="264"/>
                  <a:pt x="19156" y="25"/>
                  <a:pt x="18857" y="16"/>
                </a:cubicBezTo>
                <a:cubicBezTo>
                  <a:pt x="18544" y="6"/>
                  <a:pt x="18238" y="0"/>
                  <a:pt x="1793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grpSp>
        <p:nvGrpSpPr>
          <p:cNvPr id="4" name="Google Shape;13702;p67">
            <a:extLst>
              <a:ext uri="{FF2B5EF4-FFF2-40B4-BE49-F238E27FC236}">
                <a16:creationId xmlns:a16="http://schemas.microsoft.com/office/drawing/2014/main" id="{9217D6C3-5388-5C37-D550-538D3269153F}"/>
              </a:ext>
            </a:extLst>
          </p:cNvPr>
          <p:cNvGrpSpPr/>
          <p:nvPr/>
        </p:nvGrpSpPr>
        <p:grpSpPr>
          <a:xfrm>
            <a:off x="418163" y="1207659"/>
            <a:ext cx="359154" cy="357424"/>
            <a:chOff x="-49786250" y="2316650"/>
            <a:chExt cx="300900" cy="299450"/>
          </a:xfrm>
        </p:grpSpPr>
        <p:sp>
          <p:nvSpPr>
            <p:cNvPr id="5" name="Google Shape;13703;p67">
              <a:extLst>
                <a:ext uri="{FF2B5EF4-FFF2-40B4-BE49-F238E27FC236}">
                  <a16:creationId xmlns:a16="http://schemas.microsoft.com/office/drawing/2014/main" id="{A25F3E77-7D08-CA19-8E35-C287B1BDF1CA}"/>
                </a:ext>
              </a:extLst>
            </p:cNvPr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704;p67">
              <a:extLst>
                <a:ext uri="{FF2B5EF4-FFF2-40B4-BE49-F238E27FC236}">
                  <a16:creationId xmlns:a16="http://schemas.microsoft.com/office/drawing/2014/main" id="{F3BDA8CC-E0CD-0303-8710-6C20CA04F0FC}"/>
                </a:ext>
              </a:extLst>
            </p:cNvPr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05;p67">
              <a:extLst>
                <a:ext uri="{FF2B5EF4-FFF2-40B4-BE49-F238E27FC236}">
                  <a16:creationId xmlns:a16="http://schemas.microsoft.com/office/drawing/2014/main" id="{7BA820B2-038B-F3A9-5583-5E4A92532E18}"/>
                </a:ext>
              </a:extLst>
            </p:cNvPr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06;p67">
              <a:extLst>
                <a:ext uri="{FF2B5EF4-FFF2-40B4-BE49-F238E27FC236}">
                  <a16:creationId xmlns:a16="http://schemas.microsoft.com/office/drawing/2014/main" id="{0DC0A402-5575-E58F-9A5C-AACFEF9C189B}"/>
                </a:ext>
              </a:extLst>
            </p:cNvPr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07;p67">
              <a:extLst>
                <a:ext uri="{FF2B5EF4-FFF2-40B4-BE49-F238E27FC236}">
                  <a16:creationId xmlns:a16="http://schemas.microsoft.com/office/drawing/2014/main" id="{585990F5-8AC7-E3E2-CC38-27A17AAB4D78}"/>
                </a:ext>
              </a:extLst>
            </p:cNvPr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08;p67">
              <a:extLst>
                <a:ext uri="{FF2B5EF4-FFF2-40B4-BE49-F238E27FC236}">
                  <a16:creationId xmlns:a16="http://schemas.microsoft.com/office/drawing/2014/main" id="{6666A4B3-773F-E56C-8CE3-93BB9FB76D69}"/>
                </a:ext>
              </a:extLst>
            </p:cNvPr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709;p67">
              <a:extLst>
                <a:ext uri="{FF2B5EF4-FFF2-40B4-BE49-F238E27FC236}">
                  <a16:creationId xmlns:a16="http://schemas.microsoft.com/office/drawing/2014/main" id="{3B29D4B6-2D5D-F587-A203-23C413E0D1F2}"/>
                </a:ext>
              </a:extLst>
            </p:cNvPr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2657;p64">
            <a:extLst>
              <a:ext uri="{FF2B5EF4-FFF2-40B4-BE49-F238E27FC236}">
                <a16:creationId xmlns:a16="http://schemas.microsoft.com/office/drawing/2014/main" id="{2DD1D91A-1E09-3759-43A0-D4FF0BBB1255}"/>
              </a:ext>
            </a:extLst>
          </p:cNvPr>
          <p:cNvGrpSpPr/>
          <p:nvPr/>
        </p:nvGrpSpPr>
        <p:grpSpPr>
          <a:xfrm>
            <a:off x="852633" y="1175153"/>
            <a:ext cx="324609" cy="374825"/>
            <a:chOff x="-39783425" y="2337925"/>
            <a:chExt cx="275700" cy="318350"/>
          </a:xfrm>
        </p:grpSpPr>
        <p:sp>
          <p:nvSpPr>
            <p:cNvPr id="13" name="Google Shape;12658;p64">
              <a:extLst>
                <a:ext uri="{FF2B5EF4-FFF2-40B4-BE49-F238E27FC236}">
                  <a16:creationId xmlns:a16="http://schemas.microsoft.com/office/drawing/2014/main" id="{A0479EB4-5267-5A52-5153-F056216C70E6}"/>
                </a:ext>
              </a:extLst>
            </p:cNvPr>
            <p:cNvSpPr/>
            <p:nvPr/>
          </p:nvSpPr>
          <p:spPr>
            <a:xfrm>
              <a:off x="-39739325" y="2468600"/>
              <a:ext cx="194575" cy="148500"/>
            </a:xfrm>
            <a:custGeom>
              <a:avLst/>
              <a:gdLst/>
              <a:ahLst/>
              <a:cxnLst/>
              <a:rect l="l" t="t" r="r" b="b"/>
              <a:pathLst>
                <a:path w="7783" h="5940" extrusionOk="0">
                  <a:moveTo>
                    <a:pt x="6349" y="772"/>
                  </a:moveTo>
                  <a:cubicBezTo>
                    <a:pt x="6459" y="772"/>
                    <a:pt x="6570" y="812"/>
                    <a:pt x="6648" y="891"/>
                  </a:cubicBezTo>
                  <a:cubicBezTo>
                    <a:pt x="6711" y="954"/>
                    <a:pt x="6743" y="1017"/>
                    <a:pt x="6806" y="1080"/>
                  </a:cubicBezTo>
                  <a:cubicBezTo>
                    <a:pt x="6837" y="1300"/>
                    <a:pt x="6837" y="1458"/>
                    <a:pt x="6711" y="1552"/>
                  </a:cubicBezTo>
                  <a:lnTo>
                    <a:pt x="3340" y="4955"/>
                  </a:lnTo>
                  <a:cubicBezTo>
                    <a:pt x="3261" y="5033"/>
                    <a:pt x="3151" y="5073"/>
                    <a:pt x="3041" y="5073"/>
                  </a:cubicBezTo>
                  <a:cubicBezTo>
                    <a:pt x="2931" y="5073"/>
                    <a:pt x="2820" y="5033"/>
                    <a:pt x="2742" y="4955"/>
                  </a:cubicBezTo>
                  <a:lnTo>
                    <a:pt x="1040" y="3253"/>
                  </a:lnTo>
                  <a:cubicBezTo>
                    <a:pt x="883" y="3096"/>
                    <a:pt x="883" y="2812"/>
                    <a:pt x="1040" y="2655"/>
                  </a:cubicBezTo>
                  <a:lnTo>
                    <a:pt x="1135" y="2592"/>
                  </a:lnTo>
                  <a:cubicBezTo>
                    <a:pt x="1214" y="2513"/>
                    <a:pt x="1316" y="2474"/>
                    <a:pt x="1418" y="2474"/>
                  </a:cubicBezTo>
                  <a:cubicBezTo>
                    <a:pt x="1521" y="2474"/>
                    <a:pt x="1623" y="2513"/>
                    <a:pt x="1702" y="2592"/>
                  </a:cubicBezTo>
                  <a:lnTo>
                    <a:pt x="2742" y="3600"/>
                  </a:lnTo>
                  <a:cubicBezTo>
                    <a:pt x="2820" y="3679"/>
                    <a:pt x="2931" y="3718"/>
                    <a:pt x="3041" y="3718"/>
                  </a:cubicBezTo>
                  <a:cubicBezTo>
                    <a:pt x="3151" y="3718"/>
                    <a:pt x="3261" y="3679"/>
                    <a:pt x="3340" y="3600"/>
                  </a:cubicBezTo>
                  <a:lnTo>
                    <a:pt x="6050" y="891"/>
                  </a:lnTo>
                  <a:cubicBezTo>
                    <a:pt x="6128" y="812"/>
                    <a:pt x="6239" y="772"/>
                    <a:pt x="6349" y="772"/>
                  </a:cubicBezTo>
                  <a:close/>
                  <a:moveTo>
                    <a:pt x="6369" y="1"/>
                  </a:moveTo>
                  <a:cubicBezTo>
                    <a:pt x="6050" y="1"/>
                    <a:pt x="5719" y="119"/>
                    <a:pt x="5451" y="355"/>
                  </a:cubicBezTo>
                  <a:lnTo>
                    <a:pt x="3025" y="2781"/>
                  </a:lnTo>
                  <a:lnTo>
                    <a:pt x="2269" y="2025"/>
                  </a:lnTo>
                  <a:cubicBezTo>
                    <a:pt x="2040" y="1796"/>
                    <a:pt x="1742" y="1663"/>
                    <a:pt x="1421" y="1663"/>
                  </a:cubicBezTo>
                  <a:cubicBezTo>
                    <a:pt x="1256" y="1663"/>
                    <a:pt x="1085" y="1698"/>
                    <a:pt x="914" y="1773"/>
                  </a:cubicBezTo>
                  <a:cubicBezTo>
                    <a:pt x="694" y="1867"/>
                    <a:pt x="536" y="1993"/>
                    <a:pt x="473" y="2119"/>
                  </a:cubicBezTo>
                  <a:cubicBezTo>
                    <a:pt x="1" y="2592"/>
                    <a:pt x="1" y="3379"/>
                    <a:pt x="473" y="3883"/>
                  </a:cubicBezTo>
                  <a:lnTo>
                    <a:pt x="2143" y="5585"/>
                  </a:lnTo>
                  <a:cubicBezTo>
                    <a:pt x="2379" y="5821"/>
                    <a:pt x="2694" y="5939"/>
                    <a:pt x="3017" y="5939"/>
                  </a:cubicBezTo>
                  <a:cubicBezTo>
                    <a:pt x="3340" y="5939"/>
                    <a:pt x="3671" y="5821"/>
                    <a:pt x="3939" y="5585"/>
                  </a:cubicBezTo>
                  <a:lnTo>
                    <a:pt x="7310" y="2182"/>
                  </a:lnTo>
                  <a:cubicBezTo>
                    <a:pt x="7656" y="1836"/>
                    <a:pt x="7782" y="1300"/>
                    <a:pt x="7593" y="859"/>
                  </a:cubicBezTo>
                  <a:cubicBezTo>
                    <a:pt x="7467" y="575"/>
                    <a:pt x="7310" y="418"/>
                    <a:pt x="7215" y="355"/>
                  </a:cubicBezTo>
                  <a:cubicBezTo>
                    <a:pt x="6995" y="119"/>
                    <a:pt x="6688" y="1"/>
                    <a:pt x="63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659;p64">
              <a:extLst>
                <a:ext uri="{FF2B5EF4-FFF2-40B4-BE49-F238E27FC236}">
                  <a16:creationId xmlns:a16="http://schemas.microsoft.com/office/drawing/2014/main" id="{80F9709A-C338-2C92-7522-D32D4B4A9F17}"/>
                </a:ext>
              </a:extLst>
            </p:cNvPr>
            <p:cNvSpPr/>
            <p:nvPr/>
          </p:nvSpPr>
          <p:spPr>
            <a:xfrm>
              <a:off x="-39783425" y="2337925"/>
              <a:ext cx="275700" cy="318350"/>
            </a:xfrm>
            <a:custGeom>
              <a:avLst/>
              <a:gdLst/>
              <a:ahLst/>
              <a:cxnLst/>
              <a:rect l="l" t="t" r="r" b="b"/>
              <a:pathLst>
                <a:path w="11028" h="12734" extrusionOk="0">
                  <a:moveTo>
                    <a:pt x="5608" y="793"/>
                  </a:moveTo>
                  <a:cubicBezTo>
                    <a:pt x="5829" y="793"/>
                    <a:pt x="5986" y="1014"/>
                    <a:pt x="6049" y="1234"/>
                  </a:cubicBezTo>
                  <a:cubicBezTo>
                    <a:pt x="6049" y="1486"/>
                    <a:pt x="6238" y="1644"/>
                    <a:pt x="6459" y="1644"/>
                  </a:cubicBezTo>
                  <a:lnTo>
                    <a:pt x="8129" y="1644"/>
                  </a:lnTo>
                  <a:cubicBezTo>
                    <a:pt x="8349" y="1644"/>
                    <a:pt x="8507" y="1833"/>
                    <a:pt x="8570" y="2053"/>
                  </a:cubicBezTo>
                  <a:lnTo>
                    <a:pt x="8570" y="2494"/>
                  </a:lnTo>
                  <a:lnTo>
                    <a:pt x="2773" y="2494"/>
                  </a:lnTo>
                  <a:lnTo>
                    <a:pt x="2773" y="2116"/>
                  </a:lnTo>
                  <a:lnTo>
                    <a:pt x="2741" y="2116"/>
                  </a:lnTo>
                  <a:cubicBezTo>
                    <a:pt x="2741" y="1864"/>
                    <a:pt x="2930" y="1707"/>
                    <a:pt x="3119" y="1675"/>
                  </a:cubicBezTo>
                  <a:lnTo>
                    <a:pt x="4789" y="1675"/>
                  </a:lnTo>
                  <a:cubicBezTo>
                    <a:pt x="5010" y="1675"/>
                    <a:pt x="5167" y="1486"/>
                    <a:pt x="5167" y="1234"/>
                  </a:cubicBezTo>
                  <a:cubicBezTo>
                    <a:pt x="5167" y="1014"/>
                    <a:pt x="5356" y="856"/>
                    <a:pt x="5608" y="793"/>
                  </a:cubicBezTo>
                  <a:close/>
                  <a:moveTo>
                    <a:pt x="10177" y="2494"/>
                  </a:moveTo>
                  <a:lnTo>
                    <a:pt x="10177" y="11883"/>
                  </a:lnTo>
                  <a:lnTo>
                    <a:pt x="788" y="11883"/>
                  </a:lnTo>
                  <a:lnTo>
                    <a:pt x="788" y="2494"/>
                  </a:lnTo>
                  <a:lnTo>
                    <a:pt x="1891" y="2494"/>
                  </a:lnTo>
                  <a:lnTo>
                    <a:pt x="1891" y="2904"/>
                  </a:lnTo>
                  <a:cubicBezTo>
                    <a:pt x="1891" y="3125"/>
                    <a:pt x="2111" y="3314"/>
                    <a:pt x="2332" y="3314"/>
                  </a:cubicBezTo>
                  <a:lnTo>
                    <a:pt x="8948" y="3314"/>
                  </a:lnTo>
                  <a:cubicBezTo>
                    <a:pt x="9200" y="3314"/>
                    <a:pt x="9357" y="3125"/>
                    <a:pt x="9357" y="2904"/>
                  </a:cubicBezTo>
                  <a:lnTo>
                    <a:pt x="9357" y="2494"/>
                  </a:lnTo>
                  <a:close/>
                  <a:moveTo>
                    <a:pt x="5615" y="1"/>
                  </a:moveTo>
                  <a:cubicBezTo>
                    <a:pt x="5456" y="1"/>
                    <a:pt x="5293" y="33"/>
                    <a:pt x="5136" y="100"/>
                  </a:cubicBezTo>
                  <a:cubicBezTo>
                    <a:pt x="4821" y="226"/>
                    <a:pt x="4537" y="478"/>
                    <a:pt x="4474" y="856"/>
                  </a:cubicBezTo>
                  <a:lnTo>
                    <a:pt x="3151" y="856"/>
                  </a:lnTo>
                  <a:cubicBezTo>
                    <a:pt x="2647" y="856"/>
                    <a:pt x="2174" y="1203"/>
                    <a:pt x="1985" y="1675"/>
                  </a:cubicBezTo>
                  <a:lnTo>
                    <a:pt x="410" y="1675"/>
                  </a:lnTo>
                  <a:cubicBezTo>
                    <a:pt x="158" y="1675"/>
                    <a:pt x="0" y="1864"/>
                    <a:pt x="0" y="2116"/>
                  </a:cubicBezTo>
                  <a:lnTo>
                    <a:pt x="0" y="12292"/>
                  </a:lnTo>
                  <a:cubicBezTo>
                    <a:pt x="0" y="12544"/>
                    <a:pt x="221" y="12734"/>
                    <a:pt x="410" y="12734"/>
                  </a:cubicBezTo>
                  <a:lnTo>
                    <a:pt x="10618" y="12734"/>
                  </a:lnTo>
                  <a:cubicBezTo>
                    <a:pt x="10838" y="12734"/>
                    <a:pt x="11027" y="12544"/>
                    <a:pt x="11027" y="12292"/>
                  </a:cubicBezTo>
                  <a:lnTo>
                    <a:pt x="11027" y="2116"/>
                  </a:lnTo>
                  <a:cubicBezTo>
                    <a:pt x="10996" y="1864"/>
                    <a:pt x="10807" y="1675"/>
                    <a:pt x="10555" y="1675"/>
                  </a:cubicBezTo>
                  <a:lnTo>
                    <a:pt x="9263" y="1675"/>
                  </a:lnTo>
                  <a:cubicBezTo>
                    <a:pt x="9105" y="1203"/>
                    <a:pt x="8633" y="856"/>
                    <a:pt x="8097" y="856"/>
                  </a:cubicBezTo>
                  <a:lnTo>
                    <a:pt x="6774" y="856"/>
                  </a:lnTo>
                  <a:cubicBezTo>
                    <a:pt x="6606" y="328"/>
                    <a:pt x="6127" y="1"/>
                    <a:pt x="56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  <p:bldP spid="202" grpId="0" build="p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1"/>
          </p:nvPr>
        </p:nvSpPr>
        <p:spPr>
          <a:xfrm>
            <a:off x="1307096" y="1951739"/>
            <a:ext cx="2099703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Understanding the    30-60-90-day approach</a:t>
            </a:r>
            <a:endParaRPr dirty="0"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2"/>
          </p:nvPr>
        </p:nvSpPr>
        <p:spPr>
          <a:xfrm>
            <a:off x="1100254" y="3388825"/>
            <a:ext cx="2306546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 Onboaring traps</a:t>
            </a:r>
            <a:endParaRPr dirty="0"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3"/>
          </p:nvPr>
        </p:nvSpPr>
        <p:spPr>
          <a:xfrm>
            <a:off x="5737150" y="1947729"/>
            <a:ext cx="2306596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to do in each phase</a:t>
            </a:r>
            <a:endParaRPr dirty="0"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4"/>
          </p:nvPr>
        </p:nvSpPr>
        <p:spPr>
          <a:xfrm>
            <a:off x="1307096" y="156415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</a:t>
            </a:r>
            <a:endParaRPr dirty="0"/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5"/>
          </p:nvPr>
        </p:nvSpPr>
        <p:spPr>
          <a:xfrm>
            <a:off x="1191775" y="2999301"/>
            <a:ext cx="2215021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Mistakes To Avoid</a:t>
            </a:r>
            <a:endParaRPr dirty="0"/>
          </a:p>
        </p:txBody>
      </p:sp>
      <p:sp>
        <p:nvSpPr>
          <p:cNvPr id="243" name="Google Shape;243;p30"/>
          <p:cNvSpPr txBox="1">
            <a:spLocks noGrp="1"/>
          </p:cNvSpPr>
          <p:nvPr>
            <p:ph type="subTitle" idx="6"/>
          </p:nvPr>
        </p:nvSpPr>
        <p:spPr>
          <a:xfrm>
            <a:off x="5737146" y="156101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Action Plan</a:t>
            </a:r>
            <a:endParaRPr dirty="0"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7"/>
          </p:nvPr>
        </p:nvSpPr>
        <p:spPr>
          <a:xfrm>
            <a:off x="5737149" y="3392813"/>
            <a:ext cx="2151715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Value, trust, and growth</a:t>
            </a:r>
            <a:endParaRPr dirty="0"/>
          </a:p>
        </p:txBody>
      </p:sp>
      <p:sp>
        <p:nvSpPr>
          <p:cNvPr id="245" name="Google Shape;245;p30"/>
          <p:cNvSpPr txBox="1">
            <a:spLocks noGrp="1"/>
          </p:cNvSpPr>
          <p:nvPr>
            <p:ph type="subTitle" idx="8"/>
          </p:nvPr>
        </p:nvSpPr>
        <p:spPr>
          <a:xfrm>
            <a:off x="5737145" y="3005263"/>
            <a:ext cx="2418113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Drives Success</a:t>
            </a:r>
            <a:endParaRPr dirty="0"/>
          </a:p>
        </p:txBody>
      </p:sp>
      <p:sp>
        <p:nvSpPr>
          <p:cNvPr id="246" name="Google Shape;246;p30"/>
          <p:cNvSpPr/>
          <p:nvPr/>
        </p:nvSpPr>
        <p:spPr>
          <a:xfrm>
            <a:off x="3522125" y="1860875"/>
            <a:ext cx="2099700" cy="1960200"/>
          </a:xfrm>
          <a:prstGeom prst="roundRect">
            <a:avLst>
              <a:gd name="adj" fmla="val 682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title" idx="9"/>
          </p:nvPr>
        </p:nvSpPr>
        <p:spPr>
          <a:xfrm>
            <a:off x="3667875" y="1955050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title" idx="13"/>
          </p:nvPr>
        </p:nvSpPr>
        <p:spPr>
          <a:xfrm>
            <a:off x="3667875" y="2840975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title" idx="14"/>
          </p:nvPr>
        </p:nvSpPr>
        <p:spPr>
          <a:xfrm>
            <a:off x="4648200" y="2840975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title" idx="15"/>
          </p:nvPr>
        </p:nvSpPr>
        <p:spPr>
          <a:xfrm>
            <a:off x="4648200" y="1955050"/>
            <a:ext cx="828000" cy="8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51" name="Google Shape;251;p30"/>
          <p:cNvCxnSpPr/>
          <p:nvPr/>
        </p:nvCxnSpPr>
        <p:spPr>
          <a:xfrm>
            <a:off x="3522150" y="2840975"/>
            <a:ext cx="209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30"/>
          <p:cNvCxnSpPr>
            <a:stCxn id="246" idx="2"/>
          </p:cNvCxnSpPr>
          <p:nvPr/>
        </p:nvCxnSpPr>
        <p:spPr>
          <a:xfrm rot="10800000" flipH="1">
            <a:off x="4571975" y="1870475"/>
            <a:ext cx="28500" cy="1950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build="p"/>
      <p:bldP spid="239" grpId="0" build="p"/>
      <p:bldP spid="240" grpId="0" build="p"/>
      <p:bldP spid="241" grpId="0" build="p"/>
      <p:bldP spid="242" grpId="0" build="p"/>
      <p:bldP spid="243" grpId="0" build="p"/>
      <p:bldP spid="244" grpId="0" build="p"/>
      <p:bldP spid="24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29"/>
          <p:cNvCxnSpPr/>
          <p:nvPr/>
        </p:nvCxnSpPr>
        <p:spPr>
          <a:xfrm>
            <a:off x="-10075" y="2059731"/>
            <a:ext cx="844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759821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the First </a:t>
            </a:r>
            <a:r>
              <a:rPr lang="en" dirty="0">
                <a:solidFill>
                  <a:srgbClr val="FF632E"/>
                </a:solidFill>
              </a:rPr>
              <a:t>90 </a:t>
            </a:r>
            <a:r>
              <a:rPr lang="en" dirty="0">
                <a:solidFill>
                  <a:schemeClr val="tx1"/>
                </a:solidFill>
              </a:rPr>
              <a:t>Days Matter</a:t>
            </a:r>
            <a:endParaRPr dirty="0"/>
          </a:p>
        </p:txBody>
      </p:sp>
      <p:sp>
        <p:nvSpPr>
          <p:cNvPr id="215" name="Google Shape;215;p29"/>
          <p:cNvSpPr/>
          <p:nvPr/>
        </p:nvSpPr>
        <p:spPr>
          <a:xfrm>
            <a:off x="780157" y="1889525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29"/>
          <p:cNvSpPr/>
          <p:nvPr/>
        </p:nvSpPr>
        <p:spPr>
          <a:xfrm>
            <a:off x="3009282" y="1818898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29"/>
          <p:cNvSpPr/>
          <p:nvPr/>
        </p:nvSpPr>
        <p:spPr>
          <a:xfrm>
            <a:off x="5238407" y="1818898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1"/>
          </p:nvPr>
        </p:nvSpPr>
        <p:spPr>
          <a:xfrm>
            <a:off x="704324" y="2862153"/>
            <a:ext cx="2099696" cy="1134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FF632E"/>
                </a:solidFill>
              </a:rPr>
              <a:t>60% </a:t>
            </a:r>
            <a:r>
              <a:rPr lang="en-US" dirty="0"/>
              <a:t>of managers say they decide a new hire’s long-term potential within the first </a:t>
            </a:r>
            <a:r>
              <a:rPr lang="en-US" dirty="0">
                <a:solidFill>
                  <a:srgbClr val="FF632E"/>
                </a:solidFill>
              </a:rPr>
              <a:t>3 months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2"/>
          </p:nvPr>
        </p:nvSpPr>
        <p:spPr>
          <a:xfrm>
            <a:off x="2933449" y="2862152"/>
            <a:ext cx="2099696" cy="1379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first </a:t>
            </a:r>
            <a:r>
              <a:rPr lang="en-US" dirty="0">
                <a:solidFill>
                  <a:srgbClr val="FF632E"/>
                </a:solidFill>
              </a:rPr>
              <a:t>90 days </a:t>
            </a:r>
            <a:r>
              <a:rPr lang="en-US" dirty="0"/>
              <a:t>are when employees learn the fastest -understanding tools, teams, and expectations.</a:t>
            </a:r>
            <a:endParaRPr dirty="0"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3"/>
          </p:nvPr>
        </p:nvSpPr>
        <p:spPr>
          <a:xfrm>
            <a:off x="5162574" y="2862152"/>
            <a:ext cx="2166002" cy="1194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strong start builds trust early and leads to faster growth, better opportunities, and more responsibility.</a:t>
            </a:r>
            <a:endParaRPr dirty="0"/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4"/>
          </p:nvPr>
        </p:nvSpPr>
        <p:spPr>
          <a:xfrm>
            <a:off x="704320" y="247545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First Impressions</a:t>
            </a:r>
            <a:endParaRPr dirty="0"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5"/>
          </p:nvPr>
        </p:nvSpPr>
        <p:spPr>
          <a:xfrm>
            <a:off x="2933445" y="247545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Learning Curve</a:t>
            </a:r>
            <a:endParaRPr dirty="0"/>
          </a:p>
        </p:txBody>
      </p:sp>
      <p:sp>
        <p:nvSpPr>
          <p:cNvPr id="223" name="Google Shape;223;p29"/>
          <p:cNvSpPr txBox="1">
            <a:spLocks noGrp="1"/>
          </p:cNvSpPr>
          <p:nvPr>
            <p:ph type="subTitle" idx="6"/>
          </p:nvPr>
        </p:nvSpPr>
        <p:spPr>
          <a:xfrm>
            <a:off x="5162570" y="2475453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Career Impact</a:t>
            </a:r>
            <a:endParaRPr dirty="0"/>
          </a:p>
        </p:txBody>
      </p:sp>
      <p:grpSp>
        <p:nvGrpSpPr>
          <p:cNvPr id="224" name="Google Shape;224;p29"/>
          <p:cNvGrpSpPr/>
          <p:nvPr/>
        </p:nvGrpSpPr>
        <p:grpSpPr>
          <a:xfrm flipH="1" flipV="1">
            <a:off x="5620159" y="2207769"/>
            <a:ext cx="49347" cy="77418"/>
            <a:chOff x="-63252250" y="1930850"/>
            <a:chExt cx="319000" cy="319025"/>
          </a:xfrm>
        </p:grpSpPr>
        <p:sp>
          <p:nvSpPr>
            <p:cNvPr id="225" name="Google Shape;225;p29"/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-63160927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Google Shape;12604;p64">
            <a:extLst>
              <a:ext uri="{FF2B5EF4-FFF2-40B4-BE49-F238E27FC236}">
                <a16:creationId xmlns:a16="http://schemas.microsoft.com/office/drawing/2014/main" id="{12BB6278-C8BC-10E3-2EDB-1ADC94A877C1}"/>
              </a:ext>
            </a:extLst>
          </p:cNvPr>
          <p:cNvSpPr/>
          <p:nvPr/>
        </p:nvSpPr>
        <p:spPr>
          <a:xfrm>
            <a:off x="3037949" y="1864269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2890;p65">
            <a:extLst>
              <a:ext uri="{FF2B5EF4-FFF2-40B4-BE49-F238E27FC236}">
                <a16:creationId xmlns:a16="http://schemas.microsoft.com/office/drawing/2014/main" id="{78F0BB7B-91B6-8267-AE01-D29B1A12C3DC}"/>
              </a:ext>
            </a:extLst>
          </p:cNvPr>
          <p:cNvGrpSpPr/>
          <p:nvPr/>
        </p:nvGrpSpPr>
        <p:grpSpPr>
          <a:xfrm>
            <a:off x="5278448" y="1874774"/>
            <a:ext cx="366269" cy="369913"/>
            <a:chOff x="-64764500" y="2280550"/>
            <a:chExt cx="316650" cy="319800"/>
          </a:xfrm>
        </p:grpSpPr>
        <p:sp>
          <p:nvSpPr>
            <p:cNvPr id="7" name="Google Shape;12891;p65">
              <a:extLst>
                <a:ext uri="{FF2B5EF4-FFF2-40B4-BE49-F238E27FC236}">
                  <a16:creationId xmlns:a16="http://schemas.microsoft.com/office/drawing/2014/main" id="{671CD8AE-5E4E-27F3-F66A-4AC7C154AACF}"/>
                </a:ext>
              </a:extLst>
            </p:cNvPr>
            <p:cNvSpPr/>
            <p:nvPr/>
          </p:nvSpPr>
          <p:spPr>
            <a:xfrm>
              <a:off x="-64764500" y="2280550"/>
              <a:ext cx="316650" cy="319800"/>
            </a:xfrm>
            <a:custGeom>
              <a:avLst/>
              <a:gdLst/>
              <a:ahLst/>
              <a:cxnLst/>
              <a:rect l="l" t="t" r="r" b="b"/>
              <a:pathLst>
                <a:path w="12666" h="12792" extrusionOk="0">
                  <a:moveTo>
                    <a:pt x="11405" y="820"/>
                  </a:moveTo>
                  <a:cubicBezTo>
                    <a:pt x="11657" y="820"/>
                    <a:pt x="11815" y="1009"/>
                    <a:pt x="11815" y="1261"/>
                  </a:cubicBezTo>
                  <a:cubicBezTo>
                    <a:pt x="11815" y="1481"/>
                    <a:pt x="11657" y="1670"/>
                    <a:pt x="11405" y="1670"/>
                  </a:cubicBezTo>
                  <a:lnTo>
                    <a:pt x="1229" y="1670"/>
                  </a:lnTo>
                  <a:cubicBezTo>
                    <a:pt x="977" y="1670"/>
                    <a:pt x="788" y="1481"/>
                    <a:pt x="788" y="1261"/>
                  </a:cubicBezTo>
                  <a:cubicBezTo>
                    <a:pt x="788" y="1009"/>
                    <a:pt x="977" y="820"/>
                    <a:pt x="1229" y="820"/>
                  </a:cubicBezTo>
                  <a:close/>
                  <a:moveTo>
                    <a:pt x="10996" y="2521"/>
                  </a:moveTo>
                  <a:lnTo>
                    <a:pt x="10996" y="8286"/>
                  </a:lnTo>
                  <a:lnTo>
                    <a:pt x="1607" y="8286"/>
                  </a:lnTo>
                  <a:lnTo>
                    <a:pt x="1607" y="2521"/>
                  </a:lnTo>
                  <a:close/>
                  <a:moveTo>
                    <a:pt x="6302" y="11027"/>
                  </a:moveTo>
                  <a:cubicBezTo>
                    <a:pt x="6554" y="11027"/>
                    <a:pt x="6743" y="11216"/>
                    <a:pt x="6743" y="11437"/>
                  </a:cubicBezTo>
                  <a:cubicBezTo>
                    <a:pt x="6743" y="11689"/>
                    <a:pt x="6522" y="11878"/>
                    <a:pt x="6302" y="11878"/>
                  </a:cubicBezTo>
                  <a:cubicBezTo>
                    <a:pt x="6050" y="11878"/>
                    <a:pt x="5892" y="11689"/>
                    <a:pt x="5892" y="11437"/>
                  </a:cubicBezTo>
                  <a:cubicBezTo>
                    <a:pt x="5892" y="11216"/>
                    <a:pt x="6113" y="11027"/>
                    <a:pt x="6302" y="11027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cubicBezTo>
                    <a:pt x="1" y="1797"/>
                    <a:pt x="347" y="2238"/>
                    <a:pt x="820" y="2427"/>
                  </a:cubicBezTo>
                  <a:lnTo>
                    <a:pt x="820" y="8286"/>
                  </a:lnTo>
                  <a:lnTo>
                    <a:pt x="442" y="8286"/>
                  </a:lnTo>
                  <a:cubicBezTo>
                    <a:pt x="190" y="8286"/>
                    <a:pt x="32" y="8507"/>
                    <a:pt x="32" y="8728"/>
                  </a:cubicBezTo>
                  <a:cubicBezTo>
                    <a:pt x="32" y="8980"/>
                    <a:pt x="221" y="9169"/>
                    <a:pt x="442" y="9169"/>
                  </a:cubicBezTo>
                  <a:lnTo>
                    <a:pt x="5955" y="9169"/>
                  </a:lnTo>
                  <a:lnTo>
                    <a:pt x="5955" y="10334"/>
                  </a:lnTo>
                  <a:cubicBezTo>
                    <a:pt x="5483" y="10492"/>
                    <a:pt x="5104" y="10964"/>
                    <a:pt x="5104" y="11531"/>
                  </a:cubicBezTo>
                  <a:cubicBezTo>
                    <a:pt x="5104" y="12193"/>
                    <a:pt x="5672" y="12792"/>
                    <a:pt x="6333" y="12792"/>
                  </a:cubicBezTo>
                  <a:cubicBezTo>
                    <a:pt x="6995" y="12792"/>
                    <a:pt x="7593" y="12225"/>
                    <a:pt x="7593" y="11531"/>
                  </a:cubicBezTo>
                  <a:cubicBezTo>
                    <a:pt x="7593" y="10964"/>
                    <a:pt x="7247" y="10555"/>
                    <a:pt x="6774" y="10334"/>
                  </a:cubicBezTo>
                  <a:lnTo>
                    <a:pt x="6774" y="9169"/>
                  </a:lnTo>
                  <a:lnTo>
                    <a:pt x="12288" y="9169"/>
                  </a:lnTo>
                  <a:cubicBezTo>
                    <a:pt x="12508" y="9169"/>
                    <a:pt x="12666" y="8980"/>
                    <a:pt x="12666" y="8728"/>
                  </a:cubicBezTo>
                  <a:cubicBezTo>
                    <a:pt x="12666" y="8507"/>
                    <a:pt x="12477" y="8286"/>
                    <a:pt x="12288" y="8286"/>
                  </a:cubicBezTo>
                  <a:lnTo>
                    <a:pt x="11847" y="8286"/>
                  </a:lnTo>
                  <a:lnTo>
                    <a:pt x="11847" y="2427"/>
                  </a:lnTo>
                  <a:cubicBezTo>
                    <a:pt x="12319" y="2238"/>
                    <a:pt x="12634" y="1797"/>
                    <a:pt x="12634" y="1261"/>
                  </a:cubicBezTo>
                  <a:cubicBezTo>
                    <a:pt x="12634" y="568"/>
                    <a:pt x="12099" y="1"/>
                    <a:pt x="11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92;p65">
              <a:extLst>
                <a:ext uri="{FF2B5EF4-FFF2-40B4-BE49-F238E27FC236}">
                  <a16:creationId xmlns:a16="http://schemas.microsoft.com/office/drawing/2014/main" id="{8C1751AC-9C59-0C73-7A37-D9FC79279801}"/>
                </a:ext>
              </a:extLst>
            </p:cNvPr>
            <p:cNvSpPr/>
            <p:nvPr/>
          </p:nvSpPr>
          <p:spPr>
            <a:xfrm>
              <a:off x="-64679425" y="2364825"/>
              <a:ext cx="146500" cy="102450"/>
            </a:xfrm>
            <a:custGeom>
              <a:avLst/>
              <a:gdLst/>
              <a:ahLst/>
              <a:cxnLst/>
              <a:rect l="l" t="t" r="r" b="b"/>
              <a:pathLst>
                <a:path w="5860" h="4098" extrusionOk="0">
                  <a:moveTo>
                    <a:pt x="3749" y="1"/>
                  </a:moveTo>
                  <a:cubicBezTo>
                    <a:pt x="3529" y="1"/>
                    <a:pt x="3371" y="190"/>
                    <a:pt x="3371" y="442"/>
                  </a:cubicBezTo>
                  <a:cubicBezTo>
                    <a:pt x="3371" y="662"/>
                    <a:pt x="3560" y="820"/>
                    <a:pt x="3749" y="820"/>
                  </a:cubicBezTo>
                  <a:lnTo>
                    <a:pt x="4442" y="820"/>
                  </a:lnTo>
                  <a:lnTo>
                    <a:pt x="2930" y="2332"/>
                  </a:lnTo>
                  <a:lnTo>
                    <a:pt x="2395" y="1765"/>
                  </a:lnTo>
                  <a:cubicBezTo>
                    <a:pt x="2316" y="1686"/>
                    <a:pt x="2206" y="1647"/>
                    <a:pt x="2095" y="1647"/>
                  </a:cubicBezTo>
                  <a:cubicBezTo>
                    <a:pt x="1985" y="1647"/>
                    <a:pt x="1875" y="1686"/>
                    <a:pt x="1796" y="1765"/>
                  </a:cubicBezTo>
                  <a:lnTo>
                    <a:pt x="126" y="3435"/>
                  </a:lnTo>
                  <a:cubicBezTo>
                    <a:pt x="0" y="3592"/>
                    <a:pt x="0" y="3844"/>
                    <a:pt x="126" y="4033"/>
                  </a:cubicBezTo>
                  <a:cubicBezTo>
                    <a:pt x="195" y="4075"/>
                    <a:pt x="288" y="4098"/>
                    <a:pt x="384" y="4098"/>
                  </a:cubicBezTo>
                  <a:cubicBezTo>
                    <a:pt x="507" y="4098"/>
                    <a:pt x="636" y="4059"/>
                    <a:pt x="725" y="3970"/>
                  </a:cubicBezTo>
                  <a:lnTo>
                    <a:pt x="2111" y="2616"/>
                  </a:lnTo>
                  <a:lnTo>
                    <a:pt x="2647" y="3151"/>
                  </a:lnTo>
                  <a:cubicBezTo>
                    <a:pt x="2725" y="3230"/>
                    <a:pt x="2836" y="3269"/>
                    <a:pt x="2946" y="3269"/>
                  </a:cubicBezTo>
                  <a:cubicBezTo>
                    <a:pt x="3056" y="3269"/>
                    <a:pt x="3166" y="3230"/>
                    <a:pt x="3245" y="3151"/>
                  </a:cubicBezTo>
                  <a:lnTo>
                    <a:pt x="5009" y="1387"/>
                  </a:lnTo>
                  <a:lnTo>
                    <a:pt x="5009" y="2049"/>
                  </a:lnTo>
                  <a:cubicBezTo>
                    <a:pt x="5009" y="2269"/>
                    <a:pt x="5230" y="2490"/>
                    <a:pt x="5451" y="2490"/>
                  </a:cubicBezTo>
                  <a:cubicBezTo>
                    <a:pt x="5703" y="2490"/>
                    <a:pt x="5860" y="2269"/>
                    <a:pt x="5860" y="2049"/>
                  </a:cubicBezTo>
                  <a:lnTo>
                    <a:pt x="5860" y="410"/>
                  </a:lnTo>
                  <a:cubicBezTo>
                    <a:pt x="5860" y="158"/>
                    <a:pt x="5640" y="1"/>
                    <a:pt x="54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2495;p63">
            <a:extLst>
              <a:ext uri="{FF2B5EF4-FFF2-40B4-BE49-F238E27FC236}">
                <a16:creationId xmlns:a16="http://schemas.microsoft.com/office/drawing/2014/main" id="{8290C20C-DABE-7BB3-D56A-EE269BA6B365}"/>
              </a:ext>
            </a:extLst>
          </p:cNvPr>
          <p:cNvSpPr/>
          <p:nvPr/>
        </p:nvSpPr>
        <p:spPr>
          <a:xfrm>
            <a:off x="843343" y="1934982"/>
            <a:ext cx="304727" cy="340186"/>
          </a:xfrm>
          <a:custGeom>
            <a:avLst/>
            <a:gdLst/>
            <a:ahLst/>
            <a:cxnLst/>
            <a:rect l="l" t="t" r="r" b="b"/>
            <a:pathLst>
              <a:path w="19464" h="19326" extrusionOk="0">
                <a:moveTo>
                  <a:pt x="17908" y="1131"/>
                </a:moveTo>
                <a:cubicBezTo>
                  <a:pt x="18031" y="1131"/>
                  <a:pt x="18157" y="1132"/>
                  <a:pt x="18283" y="1134"/>
                </a:cubicBezTo>
                <a:cubicBezTo>
                  <a:pt x="18301" y="2369"/>
                  <a:pt x="18232" y="3465"/>
                  <a:pt x="18057" y="4449"/>
                </a:cubicBezTo>
                <a:cubicBezTo>
                  <a:pt x="16453" y="4223"/>
                  <a:pt x="15191" y="2960"/>
                  <a:pt x="14968" y="1357"/>
                </a:cubicBezTo>
                <a:cubicBezTo>
                  <a:pt x="15851" y="1203"/>
                  <a:pt x="16825" y="1131"/>
                  <a:pt x="17908" y="1131"/>
                </a:cubicBezTo>
                <a:close/>
                <a:moveTo>
                  <a:pt x="6462" y="6683"/>
                </a:moveTo>
                <a:lnTo>
                  <a:pt x="6462" y="6686"/>
                </a:lnTo>
                <a:cubicBezTo>
                  <a:pt x="6003" y="7471"/>
                  <a:pt x="5574" y="8281"/>
                  <a:pt x="5173" y="9066"/>
                </a:cubicBezTo>
                <a:lnTo>
                  <a:pt x="2712" y="8839"/>
                </a:lnTo>
                <a:cubicBezTo>
                  <a:pt x="3545" y="7571"/>
                  <a:pt x="4952" y="6756"/>
                  <a:pt x="6462" y="6683"/>
                </a:cubicBezTo>
                <a:close/>
                <a:moveTo>
                  <a:pt x="13863" y="1608"/>
                </a:moveTo>
                <a:cubicBezTo>
                  <a:pt x="14195" y="3637"/>
                  <a:pt x="15783" y="5225"/>
                  <a:pt x="17809" y="5557"/>
                </a:cubicBezTo>
                <a:cubicBezTo>
                  <a:pt x="17347" y="7209"/>
                  <a:pt x="16532" y="8534"/>
                  <a:pt x="15303" y="9718"/>
                </a:cubicBezTo>
                <a:cubicBezTo>
                  <a:pt x="13932" y="11043"/>
                  <a:pt x="11825" y="12218"/>
                  <a:pt x="9868" y="13221"/>
                </a:cubicBezTo>
                <a:lnTo>
                  <a:pt x="6196" y="9552"/>
                </a:lnTo>
                <a:cubicBezTo>
                  <a:pt x="7199" y="7592"/>
                  <a:pt x="8376" y="5485"/>
                  <a:pt x="9699" y="4114"/>
                </a:cubicBezTo>
                <a:cubicBezTo>
                  <a:pt x="10886" y="2885"/>
                  <a:pt x="12208" y="2073"/>
                  <a:pt x="13863" y="1608"/>
                </a:cubicBezTo>
                <a:close/>
                <a:moveTo>
                  <a:pt x="5659" y="10612"/>
                </a:moveTo>
                <a:lnTo>
                  <a:pt x="8805" y="13758"/>
                </a:lnTo>
                <a:lnTo>
                  <a:pt x="8503" y="13909"/>
                </a:lnTo>
                <a:cubicBezTo>
                  <a:pt x="8237" y="14039"/>
                  <a:pt x="7984" y="14169"/>
                  <a:pt x="7736" y="14292"/>
                </a:cubicBezTo>
                <a:lnTo>
                  <a:pt x="5124" y="11681"/>
                </a:lnTo>
                <a:cubicBezTo>
                  <a:pt x="5248" y="11433"/>
                  <a:pt x="5378" y="11179"/>
                  <a:pt x="5508" y="10914"/>
                </a:cubicBezTo>
                <a:lnTo>
                  <a:pt x="5659" y="10612"/>
                </a:lnTo>
                <a:close/>
                <a:moveTo>
                  <a:pt x="12658" y="13000"/>
                </a:moveTo>
                <a:lnTo>
                  <a:pt x="12658" y="13000"/>
                </a:lnTo>
                <a:cubicBezTo>
                  <a:pt x="12567" y="14483"/>
                  <a:pt x="11782" y="15835"/>
                  <a:pt x="10538" y="16651"/>
                </a:cubicBezTo>
                <a:lnTo>
                  <a:pt x="10348" y="14247"/>
                </a:lnTo>
                <a:cubicBezTo>
                  <a:pt x="11109" y="13858"/>
                  <a:pt x="11894" y="13441"/>
                  <a:pt x="12658" y="13000"/>
                </a:cubicBezTo>
                <a:close/>
                <a:moveTo>
                  <a:pt x="4596" y="12756"/>
                </a:moveTo>
                <a:lnTo>
                  <a:pt x="5233" y="13393"/>
                </a:lnTo>
                <a:lnTo>
                  <a:pt x="4034" y="14594"/>
                </a:lnTo>
                <a:cubicBezTo>
                  <a:pt x="3814" y="14815"/>
                  <a:pt x="3811" y="15174"/>
                  <a:pt x="4034" y="15395"/>
                </a:cubicBezTo>
                <a:cubicBezTo>
                  <a:pt x="4145" y="15505"/>
                  <a:pt x="4290" y="15560"/>
                  <a:pt x="4434" y="15560"/>
                </a:cubicBezTo>
                <a:cubicBezTo>
                  <a:pt x="4579" y="15560"/>
                  <a:pt x="4724" y="15505"/>
                  <a:pt x="4835" y="15395"/>
                </a:cubicBezTo>
                <a:lnTo>
                  <a:pt x="6036" y="14193"/>
                </a:lnTo>
                <a:lnTo>
                  <a:pt x="6673" y="14833"/>
                </a:lnTo>
                <a:cubicBezTo>
                  <a:pt x="6528" y="15192"/>
                  <a:pt x="6311" y="15521"/>
                  <a:pt x="6036" y="15796"/>
                </a:cubicBezTo>
                <a:cubicBezTo>
                  <a:pt x="5387" y="16445"/>
                  <a:pt x="3110" y="17327"/>
                  <a:pt x="1555" y="17864"/>
                </a:cubicBezTo>
                <a:cubicBezTo>
                  <a:pt x="2096" y="16312"/>
                  <a:pt x="2984" y="14042"/>
                  <a:pt x="3633" y="13393"/>
                </a:cubicBezTo>
                <a:cubicBezTo>
                  <a:pt x="3908" y="13115"/>
                  <a:pt x="4234" y="12900"/>
                  <a:pt x="4596" y="12756"/>
                </a:cubicBezTo>
                <a:close/>
                <a:moveTo>
                  <a:pt x="17939" y="0"/>
                </a:moveTo>
                <a:cubicBezTo>
                  <a:pt x="16582" y="0"/>
                  <a:pt x="15371" y="113"/>
                  <a:pt x="14282" y="349"/>
                </a:cubicBezTo>
                <a:cubicBezTo>
                  <a:pt x="14258" y="352"/>
                  <a:pt x="14234" y="358"/>
                  <a:pt x="14213" y="364"/>
                </a:cubicBezTo>
                <a:cubicBezTo>
                  <a:pt x="12057" y="841"/>
                  <a:pt x="10360" y="1801"/>
                  <a:pt x="8887" y="3329"/>
                </a:cubicBezTo>
                <a:cubicBezTo>
                  <a:pt x="8277" y="3960"/>
                  <a:pt x="7703" y="4724"/>
                  <a:pt x="7166" y="5548"/>
                </a:cubicBezTo>
                <a:lnTo>
                  <a:pt x="6676" y="5548"/>
                </a:lnTo>
                <a:cubicBezTo>
                  <a:pt x="5583" y="5548"/>
                  <a:pt x="4511" y="5856"/>
                  <a:pt x="3584" y="6436"/>
                </a:cubicBezTo>
                <a:cubicBezTo>
                  <a:pt x="2658" y="7016"/>
                  <a:pt x="1909" y="7837"/>
                  <a:pt x="1420" y="8815"/>
                </a:cubicBezTo>
                <a:lnTo>
                  <a:pt x="1284" y="9084"/>
                </a:lnTo>
                <a:cubicBezTo>
                  <a:pt x="1096" y="9458"/>
                  <a:pt x="1368" y="9902"/>
                  <a:pt x="1791" y="9905"/>
                </a:cubicBezTo>
                <a:lnTo>
                  <a:pt x="1948" y="9905"/>
                </a:lnTo>
                <a:lnTo>
                  <a:pt x="4623" y="10153"/>
                </a:lnTo>
                <a:cubicBezTo>
                  <a:pt x="4581" y="10237"/>
                  <a:pt x="4539" y="10322"/>
                  <a:pt x="4496" y="10409"/>
                </a:cubicBezTo>
                <a:cubicBezTo>
                  <a:pt x="4297" y="10802"/>
                  <a:pt x="4113" y="11176"/>
                  <a:pt x="3929" y="11533"/>
                </a:cubicBezTo>
                <a:cubicBezTo>
                  <a:pt x="3880" y="11626"/>
                  <a:pt x="3859" y="11732"/>
                  <a:pt x="3868" y="11838"/>
                </a:cubicBezTo>
                <a:cubicBezTo>
                  <a:pt x="3485" y="12031"/>
                  <a:pt x="3135" y="12287"/>
                  <a:pt x="2833" y="12592"/>
                </a:cubicBezTo>
                <a:cubicBezTo>
                  <a:pt x="1664" y="13761"/>
                  <a:pt x="275" y="18097"/>
                  <a:pt x="121" y="18586"/>
                </a:cubicBezTo>
                <a:cubicBezTo>
                  <a:pt x="1" y="18966"/>
                  <a:pt x="294" y="19325"/>
                  <a:pt x="657" y="19325"/>
                </a:cubicBezTo>
                <a:cubicBezTo>
                  <a:pt x="713" y="19325"/>
                  <a:pt x="770" y="19317"/>
                  <a:pt x="828" y="19299"/>
                </a:cubicBezTo>
                <a:cubicBezTo>
                  <a:pt x="1320" y="19145"/>
                  <a:pt x="5665" y="17765"/>
                  <a:pt x="6836" y="16593"/>
                </a:cubicBezTo>
                <a:cubicBezTo>
                  <a:pt x="7144" y="16288"/>
                  <a:pt x="7398" y="15935"/>
                  <a:pt x="7594" y="15549"/>
                </a:cubicBezTo>
                <a:lnTo>
                  <a:pt x="7628" y="15549"/>
                </a:lnTo>
                <a:cubicBezTo>
                  <a:pt x="7715" y="15549"/>
                  <a:pt x="7806" y="15527"/>
                  <a:pt x="7884" y="15485"/>
                </a:cubicBezTo>
                <a:cubicBezTo>
                  <a:pt x="8240" y="15304"/>
                  <a:pt x="8615" y="15117"/>
                  <a:pt x="9010" y="14920"/>
                </a:cubicBezTo>
                <a:lnTo>
                  <a:pt x="9255" y="14797"/>
                </a:lnTo>
                <a:lnTo>
                  <a:pt x="9463" y="17418"/>
                </a:lnTo>
                <a:lnTo>
                  <a:pt x="9463" y="17578"/>
                </a:lnTo>
                <a:cubicBezTo>
                  <a:pt x="9463" y="17906"/>
                  <a:pt x="9732" y="18144"/>
                  <a:pt x="10028" y="18144"/>
                </a:cubicBezTo>
                <a:cubicBezTo>
                  <a:pt x="10113" y="18144"/>
                  <a:pt x="10201" y="18124"/>
                  <a:pt x="10285" y="18082"/>
                </a:cubicBezTo>
                <a:lnTo>
                  <a:pt x="10553" y="17946"/>
                </a:lnTo>
                <a:cubicBezTo>
                  <a:pt x="12543" y="16950"/>
                  <a:pt x="13802" y="14914"/>
                  <a:pt x="13799" y="12689"/>
                </a:cubicBezTo>
                <a:lnTo>
                  <a:pt x="13799" y="12303"/>
                </a:lnTo>
                <a:cubicBezTo>
                  <a:pt x="14654" y="11750"/>
                  <a:pt x="15442" y="11161"/>
                  <a:pt x="16091" y="10536"/>
                </a:cubicBezTo>
                <a:cubicBezTo>
                  <a:pt x="17619" y="9060"/>
                  <a:pt x="18582" y="7366"/>
                  <a:pt x="19059" y="5207"/>
                </a:cubicBezTo>
                <a:cubicBezTo>
                  <a:pt x="19065" y="5186"/>
                  <a:pt x="19068" y="5165"/>
                  <a:pt x="19071" y="5140"/>
                </a:cubicBezTo>
                <a:cubicBezTo>
                  <a:pt x="19361" y="3809"/>
                  <a:pt x="19464" y="2302"/>
                  <a:pt x="19403" y="563"/>
                </a:cubicBezTo>
                <a:cubicBezTo>
                  <a:pt x="19394" y="264"/>
                  <a:pt x="19156" y="25"/>
                  <a:pt x="18857" y="16"/>
                </a:cubicBezTo>
                <a:cubicBezTo>
                  <a:pt x="18544" y="6"/>
                  <a:pt x="18238" y="0"/>
                  <a:pt x="1793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 animBg="1"/>
      <p:bldP spid="216" grpId="0" animBg="1"/>
      <p:bldP spid="217" grpId="0" animBg="1"/>
      <p:bldP spid="218" grpId="0" build="p"/>
      <p:bldP spid="219" grpId="0" build="p"/>
      <p:bldP spid="220" grpId="0" build="p"/>
      <p:bldP spid="221" grpId="0" build="p"/>
      <p:bldP spid="222" grpId="0" build="p"/>
      <p:bldP spid="2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The </a:t>
            </a:r>
            <a:r>
              <a:rPr lang="en-IN" dirty="0">
                <a:solidFill>
                  <a:srgbClr val="FF632E"/>
                </a:solidFill>
              </a:rPr>
              <a:t>30–60–90</a:t>
            </a:r>
            <a:r>
              <a:rPr lang="en-IN" dirty="0"/>
              <a:t> Day Framework</a:t>
            </a:r>
            <a:endParaRPr dirty="0"/>
          </a:p>
        </p:txBody>
      </p:sp>
      <p:cxnSp>
        <p:nvCxnSpPr>
          <p:cNvPr id="359" name="Google Shape;359;p36"/>
          <p:cNvCxnSpPr/>
          <p:nvPr/>
        </p:nvCxnSpPr>
        <p:spPr>
          <a:xfrm>
            <a:off x="367350" y="2478088"/>
            <a:ext cx="8409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36"/>
          <p:cNvSpPr txBox="1"/>
          <p:nvPr/>
        </p:nvSpPr>
        <p:spPr>
          <a:xfrm>
            <a:off x="1017258" y="2965368"/>
            <a:ext cx="1940465" cy="100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Understand company, tools, and team</a:t>
            </a:r>
          </a:p>
          <a:p>
            <a:pPr lvl="0"/>
            <a:br>
              <a:rPr lang="en-US" dirty="0"/>
            </a:br>
            <a:r>
              <a:rPr lang="en-US" dirty="0"/>
              <a:t>Observe workflows and ask questions</a:t>
            </a:r>
            <a:endParaRPr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981155" y="2542875"/>
            <a:ext cx="16569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ntium Book Basic"/>
                <a:ea typeface="Gentium Book Basic"/>
                <a:cs typeface="Gentium Book Basic"/>
                <a:sym typeface="Gentium Book Basic"/>
              </a:rPr>
              <a:t>Learn</a:t>
            </a:r>
            <a:endParaRPr sz="2000" b="1" i="1" dirty="0">
              <a:solidFill>
                <a:schemeClr val="accent6">
                  <a:lumMod val="60000"/>
                  <a:lumOff val="40000"/>
                </a:schemeClr>
              </a:solidFill>
              <a:latin typeface="Gentium Book Basic"/>
              <a:ea typeface="Gentium Book Basic"/>
              <a:cs typeface="Gentium Book Basic"/>
              <a:sym typeface="Gentium Book Basic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839907" y="2020355"/>
            <a:ext cx="165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0-30 Days</a:t>
            </a:r>
            <a:endParaRPr sz="20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3531604" y="2930525"/>
            <a:ext cx="1940465" cy="9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Start working on tasks</a:t>
            </a:r>
          </a:p>
          <a:p>
            <a:pPr lvl="0"/>
            <a:br>
              <a:rPr lang="en-US" dirty="0"/>
            </a:br>
            <a:r>
              <a:rPr lang="en-US" dirty="0"/>
              <a:t>Collaborate and apply learning</a:t>
            </a:r>
            <a:endParaRPr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3531603" y="2542925"/>
            <a:ext cx="16569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rgbClr val="FF632E"/>
                </a:solidFill>
                <a:latin typeface="Gentium Book Basic"/>
                <a:ea typeface="Gentium Book Basic"/>
                <a:cs typeface="Gentium Book Basic"/>
                <a:sym typeface="Gentium Book Basic"/>
              </a:rPr>
              <a:t>Contribute</a:t>
            </a:r>
            <a:endParaRPr sz="2000" b="1" i="1" dirty="0">
              <a:solidFill>
                <a:srgbClr val="FF632E"/>
              </a:solidFill>
              <a:latin typeface="Gentium Book Basic"/>
              <a:ea typeface="Gentium Book Basic"/>
              <a:cs typeface="Gentium Book Basic"/>
              <a:sym typeface="Gentium Book Basic"/>
            </a:endParaRPr>
          </a:p>
        </p:txBody>
      </p:sp>
      <p:sp>
        <p:nvSpPr>
          <p:cNvPr id="365" name="Google Shape;365;p36"/>
          <p:cNvSpPr txBox="1"/>
          <p:nvPr/>
        </p:nvSpPr>
        <p:spPr>
          <a:xfrm>
            <a:off x="3387454" y="2020355"/>
            <a:ext cx="165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31-60 </a:t>
            </a:r>
            <a:r>
              <a:rPr lang="en" sz="2000" b="1" dirty="0">
                <a:latin typeface="Fira Sans"/>
                <a:ea typeface="Fira Sans"/>
                <a:cs typeface="Fira Sans"/>
                <a:sym typeface="Fira Sans"/>
              </a:rPr>
              <a:t>Days</a:t>
            </a:r>
            <a:endParaRPr sz="20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6291299" y="2930524"/>
            <a:ext cx="2072115" cy="90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Take ownership of work</a:t>
            </a:r>
          </a:p>
          <a:p>
            <a:pPr lvl="0"/>
            <a:br>
              <a:rPr lang="en-US" dirty="0"/>
            </a:br>
            <a:r>
              <a:rPr lang="en-US" dirty="0"/>
              <a:t>Deliver results independently</a:t>
            </a:r>
            <a:endParaRPr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6291299" y="2542925"/>
            <a:ext cx="16569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accent6">
                    <a:lumMod val="75000"/>
                  </a:schemeClr>
                </a:solidFill>
                <a:latin typeface="Gentium Book Basic"/>
                <a:ea typeface="Gentium Book Basic"/>
                <a:cs typeface="Gentium Book Basic"/>
                <a:sym typeface="Gentium Book Basic"/>
              </a:rPr>
              <a:t>Own</a:t>
            </a:r>
            <a:endParaRPr sz="2000" b="1" i="1" dirty="0">
              <a:solidFill>
                <a:schemeClr val="accent6">
                  <a:lumMod val="75000"/>
                </a:schemeClr>
              </a:solidFill>
              <a:latin typeface="Gentium Book Basic"/>
              <a:ea typeface="Gentium Book Basic"/>
              <a:cs typeface="Gentium Book Basic"/>
              <a:sym typeface="Gentium Book Basic"/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6150051" y="2035307"/>
            <a:ext cx="165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Fira Sans"/>
                <a:ea typeface="Fira Sans"/>
                <a:cs typeface="Fira Sans"/>
                <a:sym typeface="Fira Sans"/>
              </a:rPr>
              <a:t>61-90 Days</a:t>
            </a:r>
            <a:endParaRPr sz="20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72" name="Google Shape;372;p36"/>
          <p:cNvGrpSpPr/>
          <p:nvPr/>
        </p:nvGrpSpPr>
        <p:grpSpPr>
          <a:xfrm>
            <a:off x="981155" y="2413275"/>
            <a:ext cx="972613" cy="129600"/>
            <a:chOff x="771913" y="2506925"/>
            <a:chExt cx="972613" cy="129600"/>
          </a:xfrm>
        </p:grpSpPr>
        <p:sp>
          <p:nvSpPr>
            <p:cNvPr id="373" name="Google Shape;373;p36"/>
            <p:cNvSpPr/>
            <p:nvPr/>
          </p:nvSpPr>
          <p:spPr>
            <a:xfrm>
              <a:off x="771913" y="2506925"/>
              <a:ext cx="972600" cy="12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4" name="Google Shape;374;p36"/>
            <p:cNvCxnSpPr/>
            <p:nvPr/>
          </p:nvCxnSpPr>
          <p:spPr>
            <a:xfrm>
              <a:off x="771925" y="2578950"/>
              <a:ext cx="972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5" name="Google Shape;375;p36"/>
          <p:cNvGrpSpPr/>
          <p:nvPr/>
        </p:nvGrpSpPr>
        <p:grpSpPr>
          <a:xfrm>
            <a:off x="3531604" y="2413275"/>
            <a:ext cx="972613" cy="129600"/>
            <a:chOff x="2752988" y="2506925"/>
            <a:chExt cx="972613" cy="129600"/>
          </a:xfrm>
        </p:grpSpPr>
        <p:sp>
          <p:nvSpPr>
            <p:cNvPr id="376" name="Google Shape;376;p36"/>
            <p:cNvSpPr/>
            <p:nvPr/>
          </p:nvSpPr>
          <p:spPr>
            <a:xfrm>
              <a:off x="2752988" y="2506925"/>
              <a:ext cx="972600" cy="12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7" name="Google Shape;377;p36"/>
            <p:cNvCxnSpPr/>
            <p:nvPr/>
          </p:nvCxnSpPr>
          <p:spPr>
            <a:xfrm>
              <a:off x="2753000" y="2578950"/>
              <a:ext cx="972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8" name="Google Shape;378;p36"/>
          <p:cNvGrpSpPr/>
          <p:nvPr/>
        </p:nvGrpSpPr>
        <p:grpSpPr>
          <a:xfrm>
            <a:off x="6291300" y="2413275"/>
            <a:ext cx="972625" cy="129600"/>
            <a:chOff x="4734075" y="2506925"/>
            <a:chExt cx="972625" cy="129600"/>
          </a:xfrm>
        </p:grpSpPr>
        <p:sp>
          <p:nvSpPr>
            <p:cNvPr id="379" name="Google Shape;379;p36"/>
            <p:cNvSpPr/>
            <p:nvPr/>
          </p:nvSpPr>
          <p:spPr>
            <a:xfrm>
              <a:off x="4734075" y="2506925"/>
              <a:ext cx="972600" cy="12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80" name="Google Shape;380;p36"/>
            <p:cNvCxnSpPr/>
            <p:nvPr/>
          </p:nvCxnSpPr>
          <p:spPr>
            <a:xfrm>
              <a:off x="4734100" y="2578950"/>
              <a:ext cx="972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5" name="Google Shape;12604;p64">
            <a:extLst>
              <a:ext uri="{FF2B5EF4-FFF2-40B4-BE49-F238E27FC236}">
                <a16:creationId xmlns:a16="http://schemas.microsoft.com/office/drawing/2014/main" id="{1C0EE938-BE6D-51B5-8EF9-6D6324167DE4}"/>
              </a:ext>
            </a:extLst>
          </p:cNvPr>
          <p:cNvSpPr/>
          <p:nvPr/>
        </p:nvSpPr>
        <p:spPr>
          <a:xfrm>
            <a:off x="466141" y="1995392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3268;p66">
            <a:extLst>
              <a:ext uri="{FF2B5EF4-FFF2-40B4-BE49-F238E27FC236}">
                <a16:creationId xmlns:a16="http://schemas.microsoft.com/office/drawing/2014/main" id="{FB086337-5080-438E-AF98-7A4E60D89631}"/>
              </a:ext>
            </a:extLst>
          </p:cNvPr>
          <p:cNvGrpSpPr/>
          <p:nvPr/>
        </p:nvGrpSpPr>
        <p:grpSpPr>
          <a:xfrm>
            <a:off x="3020491" y="2002095"/>
            <a:ext cx="366963" cy="352768"/>
            <a:chOff x="-31889075" y="2658950"/>
            <a:chExt cx="302475" cy="290775"/>
          </a:xfrm>
        </p:grpSpPr>
        <p:sp>
          <p:nvSpPr>
            <p:cNvPr id="7" name="Google Shape;13269;p66">
              <a:extLst>
                <a:ext uri="{FF2B5EF4-FFF2-40B4-BE49-F238E27FC236}">
                  <a16:creationId xmlns:a16="http://schemas.microsoft.com/office/drawing/2014/main" id="{D8EE449D-DA36-5251-4866-8C12C359352E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270;p66">
              <a:extLst>
                <a:ext uri="{FF2B5EF4-FFF2-40B4-BE49-F238E27FC236}">
                  <a16:creationId xmlns:a16="http://schemas.microsoft.com/office/drawing/2014/main" id="{10F30CC7-C6A2-6266-27A0-598FF9765418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2495;p63">
            <a:extLst>
              <a:ext uri="{FF2B5EF4-FFF2-40B4-BE49-F238E27FC236}">
                <a16:creationId xmlns:a16="http://schemas.microsoft.com/office/drawing/2014/main" id="{F24AF92F-4383-909F-A11A-CAB3EBB5C2CD}"/>
              </a:ext>
            </a:extLst>
          </p:cNvPr>
          <p:cNvSpPr/>
          <p:nvPr/>
        </p:nvSpPr>
        <p:spPr>
          <a:xfrm>
            <a:off x="5845324" y="2020355"/>
            <a:ext cx="304727" cy="340186"/>
          </a:xfrm>
          <a:custGeom>
            <a:avLst/>
            <a:gdLst/>
            <a:ahLst/>
            <a:cxnLst/>
            <a:rect l="l" t="t" r="r" b="b"/>
            <a:pathLst>
              <a:path w="19464" h="19326" extrusionOk="0">
                <a:moveTo>
                  <a:pt x="17908" y="1131"/>
                </a:moveTo>
                <a:cubicBezTo>
                  <a:pt x="18031" y="1131"/>
                  <a:pt x="18157" y="1132"/>
                  <a:pt x="18283" y="1134"/>
                </a:cubicBezTo>
                <a:cubicBezTo>
                  <a:pt x="18301" y="2369"/>
                  <a:pt x="18232" y="3465"/>
                  <a:pt x="18057" y="4449"/>
                </a:cubicBezTo>
                <a:cubicBezTo>
                  <a:pt x="16453" y="4223"/>
                  <a:pt x="15191" y="2960"/>
                  <a:pt x="14968" y="1357"/>
                </a:cubicBezTo>
                <a:cubicBezTo>
                  <a:pt x="15851" y="1203"/>
                  <a:pt x="16825" y="1131"/>
                  <a:pt x="17908" y="1131"/>
                </a:cubicBezTo>
                <a:close/>
                <a:moveTo>
                  <a:pt x="6462" y="6683"/>
                </a:moveTo>
                <a:lnTo>
                  <a:pt x="6462" y="6686"/>
                </a:lnTo>
                <a:cubicBezTo>
                  <a:pt x="6003" y="7471"/>
                  <a:pt x="5574" y="8281"/>
                  <a:pt x="5173" y="9066"/>
                </a:cubicBezTo>
                <a:lnTo>
                  <a:pt x="2712" y="8839"/>
                </a:lnTo>
                <a:cubicBezTo>
                  <a:pt x="3545" y="7571"/>
                  <a:pt x="4952" y="6756"/>
                  <a:pt x="6462" y="6683"/>
                </a:cubicBezTo>
                <a:close/>
                <a:moveTo>
                  <a:pt x="13863" y="1608"/>
                </a:moveTo>
                <a:cubicBezTo>
                  <a:pt x="14195" y="3637"/>
                  <a:pt x="15783" y="5225"/>
                  <a:pt x="17809" y="5557"/>
                </a:cubicBezTo>
                <a:cubicBezTo>
                  <a:pt x="17347" y="7209"/>
                  <a:pt x="16532" y="8534"/>
                  <a:pt x="15303" y="9718"/>
                </a:cubicBezTo>
                <a:cubicBezTo>
                  <a:pt x="13932" y="11043"/>
                  <a:pt x="11825" y="12218"/>
                  <a:pt x="9868" y="13221"/>
                </a:cubicBezTo>
                <a:lnTo>
                  <a:pt x="6196" y="9552"/>
                </a:lnTo>
                <a:cubicBezTo>
                  <a:pt x="7199" y="7592"/>
                  <a:pt x="8376" y="5485"/>
                  <a:pt x="9699" y="4114"/>
                </a:cubicBezTo>
                <a:cubicBezTo>
                  <a:pt x="10886" y="2885"/>
                  <a:pt x="12208" y="2073"/>
                  <a:pt x="13863" y="1608"/>
                </a:cubicBezTo>
                <a:close/>
                <a:moveTo>
                  <a:pt x="5659" y="10612"/>
                </a:moveTo>
                <a:lnTo>
                  <a:pt x="8805" y="13758"/>
                </a:lnTo>
                <a:lnTo>
                  <a:pt x="8503" y="13909"/>
                </a:lnTo>
                <a:cubicBezTo>
                  <a:pt x="8237" y="14039"/>
                  <a:pt x="7984" y="14169"/>
                  <a:pt x="7736" y="14292"/>
                </a:cubicBezTo>
                <a:lnTo>
                  <a:pt x="5124" y="11681"/>
                </a:lnTo>
                <a:cubicBezTo>
                  <a:pt x="5248" y="11433"/>
                  <a:pt x="5378" y="11179"/>
                  <a:pt x="5508" y="10914"/>
                </a:cubicBezTo>
                <a:lnTo>
                  <a:pt x="5659" y="10612"/>
                </a:lnTo>
                <a:close/>
                <a:moveTo>
                  <a:pt x="12658" y="13000"/>
                </a:moveTo>
                <a:lnTo>
                  <a:pt x="12658" y="13000"/>
                </a:lnTo>
                <a:cubicBezTo>
                  <a:pt x="12567" y="14483"/>
                  <a:pt x="11782" y="15835"/>
                  <a:pt x="10538" y="16651"/>
                </a:cubicBezTo>
                <a:lnTo>
                  <a:pt x="10348" y="14247"/>
                </a:lnTo>
                <a:cubicBezTo>
                  <a:pt x="11109" y="13858"/>
                  <a:pt x="11894" y="13441"/>
                  <a:pt x="12658" y="13000"/>
                </a:cubicBezTo>
                <a:close/>
                <a:moveTo>
                  <a:pt x="4596" y="12756"/>
                </a:moveTo>
                <a:lnTo>
                  <a:pt x="5233" y="13393"/>
                </a:lnTo>
                <a:lnTo>
                  <a:pt x="4034" y="14594"/>
                </a:lnTo>
                <a:cubicBezTo>
                  <a:pt x="3814" y="14815"/>
                  <a:pt x="3811" y="15174"/>
                  <a:pt x="4034" y="15395"/>
                </a:cubicBezTo>
                <a:cubicBezTo>
                  <a:pt x="4145" y="15505"/>
                  <a:pt x="4290" y="15560"/>
                  <a:pt x="4434" y="15560"/>
                </a:cubicBezTo>
                <a:cubicBezTo>
                  <a:pt x="4579" y="15560"/>
                  <a:pt x="4724" y="15505"/>
                  <a:pt x="4835" y="15395"/>
                </a:cubicBezTo>
                <a:lnTo>
                  <a:pt x="6036" y="14193"/>
                </a:lnTo>
                <a:lnTo>
                  <a:pt x="6673" y="14833"/>
                </a:lnTo>
                <a:cubicBezTo>
                  <a:pt x="6528" y="15192"/>
                  <a:pt x="6311" y="15521"/>
                  <a:pt x="6036" y="15796"/>
                </a:cubicBezTo>
                <a:cubicBezTo>
                  <a:pt x="5387" y="16445"/>
                  <a:pt x="3110" y="17327"/>
                  <a:pt x="1555" y="17864"/>
                </a:cubicBezTo>
                <a:cubicBezTo>
                  <a:pt x="2096" y="16312"/>
                  <a:pt x="2984" y="14042"/>
                  <a:pt x="3633" y="13393"/>
                </a:cubicBezTo>
                <a:cubicBezTo>
                  <a:pt x="3908" y="13115"/>
                  <a:pt x="4234" y="12900"/>
                  <a:pt x="4596" y="12756"/>
                </a:cubicBezTo>
                <a:close/>
                <a:moveTo>
                  <a:pt x="17939" y="0"/>
                </a:moveTo>
                <a:cubicBezTo>
                  <a:pt x="16582" y="0"/>
                  <a:pt x="15371" y="113"/>
                  <a:pt x="14282" y="349"/>
                </a:cubicBezTo>
                <a:cubicBezTo>
                  <a:pt x="14258" y="352"/>
                  <a:pt x="14234" y="358"/>
                  <a:pt x="14213" y="364"/>
                </a:cubicBezTo>
                <a:cubicBezTo>
                  <a:pt x="12057" y="841"/>
                  <a:pt x="10360" y="1801"/>
                  <a:pt x="8887" y="3329"/>
                </a:cubicBezTo>
                <a:cubicBezTo>
                  <a:pt x="8277" y="3960"/>
                  <a:pt x="7703" y="4724"/>
                  <a:pt x="7166" y="5548"/>
                </a:cubicBezTo>
                <a:lnTo>
                  <a:pt x="6676" y="5548"/>
                </a:lnTo>
                <a:cubicBezTo>
                  <a:pt x="5583" y="5548"/>
                  <a:pt x="4511" y="5856"/>
                  <a:pt x="3584" y="6436"/>
                </a:cubicBezTo>
                <a:cubicBezTo>
                  <a:pt x="2658" y="7016"/>
                  <a:pt x="1909" y="7837"/>
                  <a:pt x="1420" y="8815"/>
                </a:cubicBezTo>
                <a:lnTo>
                  <a:pt x="1284" y="9084"/>
                </a:lnTo>
                <a:cubicBezTo>
                  <a:pt x="1096" y="9458"/>
                  <a:pt x="1368" y="9902"/>
                  <a:pt x="1791" y="9905"/>
                </a:cubicBezTo>
                <a:lnTo>
                  <a:pt x="1948" y="9905"/>
                </a:lnTo>
                <a:lnTo>
                  <a:pt x="4623" y="10153"/>
                </a:lnTo>
                <a:cubicBezTo>
                  <a:pt x="4581" y="10237"/>
                  <a:pt x="4539" y="10322"/>
                  <a:pt x="4496" y="10409"/>
                </a:cubicBezTo>
                <a:cubicBezTo>
                  <a:pt x="4297" y="10802"/>
                  <a:pt x="4113" y="11176"/>
                  <a:pt x="3929" y="11533"/>
                </a:cubicBezTo>
                <a:cubicBezTo>
                  <a:pt x="3880" y="11626"/>
                  <a:pt x="3859" y="11732"/>
                  <a:pt x="3868" y="11838"/>
                </a:cubicBezTo>
                <a:cubicBezTo>
                  <a:pt x="3485" y="12031"/>
                  <a:pt x="3135" y="12287"/>
                  <a:pt x="2833" y="12592"/>
                </a:cubicBezTo>
                <a:cubicBezTo>
                  <a:pt x="1664" y="13761"/>
                  <a:pt x="275" y="18097"/>
                  <a:pt x="121" y="18586"/>
                </a:cubicBezTo>
                <a:cubicBezTo>
                  <a:pt x="1" y="18966"/>
                  <a:pt x="294" y="19325"/>
                  <a:pt x="657" y="19325"/>
                </a:cubicBezTo>
                <a:cubicBezTo>
                  <a:pt x="713" y="19325"/>
                  <a:pt x="770" y="19317"/>
                  <a:pt x="828" y="19299"/>
                </a:cubicBezTo>
                <a:cubicBezTo>
                  <a:pt x="1320" y="19145"/>
                  <a:pt x="5665" y="17765"/>
                  <a:pt x="6836" y="16593"/>
                </a:cubicBezTo>
                <a:cubicBezTo>
                  <a:pt x="7144" y="16288"/>
                  <a:pt x="7398" y="15935"/>
                  <a:pt x="7594" y="15549"/>
                </a:cubicBezTo>
                <a:lnTo>
                  <a:pt x="7628" y="15549"/>
                </a:lnTo>
                <a:cubicBezTo>
                  <a:pt x="7715" y="15549"/>
                  <a:pt x="7806" y="15527"/>
                  <a:pt x="7884" y="15485"/>
                </a:cubicBezTo>
                <a:cubicBezTo>
                  <a:pt x="8240" y="15304"/>
                  <a:pt x="8615" y="15117"/>
                  <a:pt x="9010" y="14920"/>
                </a:cubicBezTo>
                <a:lnTo>
                  <a:pt x="9255" y="14797"/>
                </a:lnTo>
                <a:lnTo>
                  <a:pt x="9463" y="17418"/>
                </a:lnTo>
                <a:lnTo>
                  <a:pt x="9463" y="17578"/>
                </a:lnTo>
                <a:cubicBezTo>
                  <a:pt x="9463" y="17906"/>
                  <a:pt x="9732" y="18144"/>
                  <a:pt x="10028" y="18144"/>
                </a:cubicBezTo>
                <a:cubicBezTo>
                  <a:pt x="10113" y="18144"/>
                  <a:pt x="10201" y="18124"/>
                  <a:pt x="10285" y="18082"/>
                </a:cubicBezTo>
                <a:lnTo>
                  <a:pt x="10553" y="17946"/>
                </a:lnTo>
                <a:cubicBezTo>
                  <a:pt x="12543" y="16950"/>
                  <a:pt x="13802" y="14914"/>
                  <a:pt x="13799" y="12689"/>
                </a:cubicBezTo>
                <a:lnTo>
                  <a:pt x="13799" y="12303"/>
                </a:lnTo>
                <a:cubicBezTo>
                  <a:pt x="14654" y="11750"/>
                  <a:pt x="15442" y="11161"/>
                  <a:pt x="16091" y="10536"/>
                </a:cubicBezTo>
                <a:cubicBezTo>
                  <a:pt x="17619" y="9060"/>
                  <a:pt x="18582" y="7366"/>
                  <a:pt x="19059" y="5207"/>
                </a:cubicBezTo>
                <a:cubicBezTo>
                  <a:pt x="19065" y="5186"/>
                  <a:pt x="19068" y="5165"/>
                  <a:pt x="19071" y="5140"/>
                </a:cubicBezTo>
                <a:cubicBezTo>
                  <a:pt x="19361" y="3809"/>
                  <a:pt x="19464" y="2302"/>
                  <a:pt x="19403" y="563"/>
                </a:cubicBezTo>
                <a:cubicBezTo>
                  <a:pt x="19394" y="264"/>
                  <a:pt x="19156" y="25"/>
                  <a:pt x="18857" y="16"/>
                </a:cubicBezTo>
                <a:cubicBezTo>
                  <a:pt x="18544" y="6"/>
                  <a:pt x="18238" y="0"/>
                  <a:pt x="1793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>
            <a:spLocks noGrp="1"/>
          </p:cNvSpPr>
          <p:nvPr>
            <p:ph type="title"/>
          </p:nvPr>
        </p:nvSpPr>
        <p:spPr>
          <a:xfrm>
            <a:off x="187886" y="175563"/>
            <a:ext cx="4259018" cy="12939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First 30 Days: </a:t>
            </a:r>
            <a:r>
              <a:rPr lang="en" sz="3600" dirty="0">
                <a:solidFill>
                  <a:srgbClr val="FF632E"/>
                </a:solidFill>
              </a:rPr>
              <a:t>Learn</a:t>
            </a:r>
            <a:endParaRPr sz="3600" dirty="0">
              <a:solidFill>
                <a:srgbClr val="FF632E"/>
              </a:solidFill>
            </a:endParaRPr>
          </a:p>
        </p:txBody>
      </p:sp>
      <p:cxnSp>
        <p:nvCxnSpPr>
          <p:cNvPr id="270" name="Google Shape;270;p32"/>
          <p:cNvCxnSpPr/>
          <p:nvPr/>
        </p:nvCxnSpPr>
        <p:spPr>
          <a:xfrm>
            <a:off x="4574400" y="3890363"/>
            <a:ext cx="457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32"/>
          <p:cNvCxnSpPr/>
          <p:nvPr/>
        </p:nvCxnSpPr>
        <p:spPr>
          <a:xfrm>
            <a:off x="4574400" y="4272163"/>
            <a:ext cx="457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32"/>
          <p:cNvSpPr/>
          <p:nvPr/>
        </p:nvSpPr>
        <p:spPr>
          <a:xfrm>
            <a:off x="7974575" y="3774713"/>
            <a:ext cx="1179300" cy="23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6764325" y="4192538"/>
            <a:ext cx="381900" cy="23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DF22A-9397-025D-9EEC-77FD84FC4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55520"/>
            <a:ext cx="4634791" cy="1717887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Understand</a:t>
            </a:r>
            <a:r>
              <a:rPr lang="en-US" dirty="0"/>
              <a:t> tools, workflows, and team structure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Observe</a:t>
            </a:r>
            <a:r>
              <a:rPr lang="en-US" dirty="0"/>
              <a:t> how tasks move from                           idea → development → deployment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Ask</a:t>
            </a:r>
            <a:r>
              <a:rPr lang="en-US" dirty="0"/>
              <a:t> questions and clarify expectations early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25FFA-7430-F5AA-7191-BF3C1DC7B6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4816" y="1137487"/>
            <a:ext cx="4259018" cy="24426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DE60BF-F527-FB67-6688-8459A1A168A3}"/>
              </a:ext>
            </a:extLst>
          </p:cNvPr>
          <p:cNvSpPr/>
          <p:nvPr/>
        </p:nvSpPr>
        <p:spPr>
          <a:xfrm>
            <a:off x="4634791" y="1137487"/>
            <a:ext cx="4259018" cy="2442618"/>
          </a:xfrm>
          <a:prstGeom prst="rect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31–60 Days: </a:t>
            </a:r>
            <a:r>
              <a:rPr lang="en-IN" sz="3200" dirty="0">
                <a:solidFill>
                  <a:srgbClr val="FF632E"/>
                </a:solidFill>
              </a:rPr>
              <a:t>Contribute</a:t>
            </a:r>
            <a:endParaRPr sz="3200" dirty="0">
              <a:solidFill>
                <a:srgbClr val="FF632E"/>
              </a:solidFill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842047" y="1138200"/>
            <a:ext cx="2859900" cy="40053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4294967295"/>
          </p:nvPr>
        </p:nvSpPr>
        <p:spPr>
          <a:xfrm>
            <a:off x="938553" y="1285100"/>
            <a:ext cx="1834384" cy="410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b="1" i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G</a:t>
            </a:r>
            <a:r>
              <a:rPr lang="en" b="1" i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etting Started</a:t>
            </a:r>
            <a:endParaRPr b="1" i="1" dirty="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4294967295"/>
          </p:nvPr>
        </p:nvSpPr>
        <p:spPr>
          <a:xfrm>
            <a:off x="1461547" y="1847425"/>
            <a:ext cx="2240400" cy="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Work on small tasks</a:t>
            </a:r>
            <a:endParaRPr sz="1300" dirty="0">
              <a:solidFill>
                <a:schemeClr val="lt2"/>
              </a:solidFill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1137347" y="1818175"/>
            <a:ext cx="172800" cy="172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5"/>
          <p:cNvSpPr/>
          <p:nvPr/>
        </p:nvSpPr>
        <p:spPr>
          <a:xfrm>
            <a:off x="1175489" y="1818163"/>
            <a:ext cx="96505" cy="172816"/>
          </a:xfrm>
          <a:custGeom>
            <a:avLst/>
            <a:gdLst/>
            <a:ahLst/>
            <a:cxnLst/>
            <a:rect l="l" t="t" r="r" b="b"/>
            <a:pathLst>
              <a:path w="11823" h="21172" extrusionOk="0">
                <a:moveTo>
                  <a:pt x="9" y="12102"/>
                </a:moveTo>
                <a:cubicBezTo>
                  <a:pt x="9" y="15041"/>
                  <a:pt x="-26" y="23098"/>
                  <a:pt x="1737" y="20747"/>
                </a:cubicBezTo>
                <a:cubicBezTo>
                  <a:pt x="6351" y="14596"/>
                  <a:pt x="8382" y="6877"/>
                  <a:pt x="11823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6" name="Google Shape;336;p35"/>
          <p:cNvSpPr txBox="1">
            <a:spLocks noGrp="1"/>
          </p:cNvSpPr>
          <p:nvPr>
            <p:ph type="subTitle" idx="4294967295"/>
          </p:nvPr>
        </p:nvSpPr>
        <p:spPr>
          <a:xfrm>
            <a:off x="1432697" y="2113500"/>
            <a:ext cx="2366152" cy="4034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Apply what youm lerned in real scenarios</a:t>
            </a:r>
            <a:endParaRPr sz="1300" dirty="0">
              <a:solidFill>
                <a:schemeClr val="lt2"/>
              </a:solidFill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1137347" y="2142300"/>
            <a:ext cx="172800" cy="172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5"/>
          <p:cNvSpPr txBox="1">
            <a:spLocks noGrp="1"/>
          </p:cNvSpPr>
          <p:nvPr>
            <p:ph type="subTitle" idx="4294967295"/>
          </p:nvPr>
        </p:nvSpPr>
        <p:spPr>
          <a:xfrm>
            <a:off x="1432697" y="2552821"/>
            <a:ext cx="2240400" cy="3600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Build confidence through hand-on work</a:t>
            </a:r>
            <a:endParaRPr sz="1300" dirty="0">
              <a:solidFill>
                <a:schemeClr val="lt2"/>
              </a:solidFill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1137347" y="2466425"/>
            <a:ext cx="172800" cy="172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5"/>
          <p:cNvSpPr/>
          <p:nvPr/>
        </p:nvSpPr>
        <p:spPr>
          <a:xfrm>
            <a:off x="1175489" y="2466413"/>
            <a:ext cx="96505" cy="172816"/>
          </a:xfrm>
          <a:custGeom>
            <a:avLst/>
            <a:gdLst/>
            <a:ahLst/>
            <a:cxnLst/>
            <a:rect l="l" t="t" r="r" b="b"/>
            <a:pathLst>
              <a:path w="11823" h="21172" extrusionOk="0">
                <a:moveTo>
                  <a:pt x="9" y="12102"/>
                </a:moveTo>
                <a:cubicBezTo>
                  <a:pt x="9" y="15041"/>
                  <a:pt x="-26" y="23098"/>
                  <a:pt x="1737" y="20747"/>
                </a:cubicBezTo>
                <a:cubicBezTo>
                  <a:pt x="6351" y="14596"/>
                  <a:pt x="8382" y="6877"/>
                  <a:pt x="11823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341" name="Google Shape;341;p35"/>
          <p:cNvCxnSpPr/>
          <p:nvPr/>
        </p:nvCxnSpPr>
        <p:spPr>
          <a:xfrm>
            <a:off x="820447" y="1631084"/>
            <a:ext cx="2881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" name="Google Shape;342;p35"/>
          <p:cNvSpPr txBox="1">
            <a:spLocks noGrp="1"/>
          </p:cNvSpPr>
          <p:nvPr>
            <p:ph type="subTitle" idx="4294967295"/>
          </p:nvPr>
        </p:nvSpPr>
        <p:spPr>
          <a:xfrm>
            <a:off x="1000571" y="2963692"/>
            <a:ext cx="2092034" cy="246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i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Working with the team</a:t>
            </a:r>
            <a:endParaRPr b="1" i="1" dirty="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3" name="Google Shape;343;p35"/>
          <p:cNvSpPr txBox="1">
            <a:spLocks noGrp="1"/>
          </p:cNvSpPr>
          <p:nvPr>
            <p:ph type="subTitle" idx="4294967295"/>
          </p:nvPr>
        </p:nvSpPr>
        <p:spPr>
          <a:xfrm>
            <a:off x="1366770" y="3517456"/>
            <a:ext cx="2484118" cy="1920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Collaborate with teammates on task	</a:t>
            </a:r>
            <a:endParaRPr sz="1300" dirty="0">
              <a:solidFill>
                <a:schemeClr val="lt2"/>
              </a:solidFill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1137347" y="3373975"/>
            <a:ext cx="172800" cy="172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1175489" y="3373963"/>
            <a:ext cx="96505" cy="172816"/>
          </a:xfrm>
          <a:custGeom>
            <a:avLst/>
            <a:gdLst/>
            <a:ahLst/>
            <a:cxnLst/>
            <a:rect l="l" t="t" r="r" b="b"/>
            <a:pathLst>
              <a:path w="11823" h="21172" extrusionOk="0">
                <a:moveTo>
                  <a:pt x="9" y="12102"/>
                </a:moveTo>
                <a:cubicBezTo>
                  <a:pt x="9" y="15041"/>
                  <a:pt x="-26" y="23098"/>
                  <a:pt x="1737" y="20747"/>
                </a:cubicBezTo>
                <a:cubicBezTo>
                  <a:pt x="6351" y="14596"/>
                  <a:pt x="8382" y="6877"/>
                  <a:pt x="11823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6" name="Google Shape;346;p35"/>
          <p:cNvSpPr txBox="1">
            <a:spLocks noGrp="1"/>
          </p:cNvSpPr>
          <p:nvPr>
            <p:ph type="subTitle" idx="4294967295"/>
          </p:nvPr>
        </p:nvSpPr>
        <p:spPr>
          <a:xfrm>
            <a:off x="1385847" y="3779535"/>
            <a:ext cx="2240400" cy="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Ask for feedback and improve</a:t>
            </a:r>
            <a:endParaRPr sz="1300" dirty="0">
              <a:solidFill>
                <a:schemeClr val="lt2"/>
              </a:solidFill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1137347" y="3698100"/>
            <a:ext cx="172800" cy="172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5"/>
          <p:cNvSpPr txBox="1">
            <a:spLocks noGrp="1"/>
          </p:cNvSpPr>
          <p:nvPr>
            <p:ph type="subTitle" idx="4294967295"/>
          </p:nvPr>
        </p:nvSpPr>
        <p:spPr>
          <a:xfrm>
            <a:off x="1404923" y="4108621"/>
            <a:ext cx="2240400" cy="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Participate in discussions and meetings</a:t>
            </a:r>
            <a:endParaRPr sz="1300" dirty="0">
              <a:solidFill>
                <a:schemeClr val="lt2"/>
              </a:solidFill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1137347" y="4022225"/>
            <a:ext cx="172800" cy="172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"/>
          <p:cNvSpPr/>
          <p:nvPr/>
        </p:nvSpPr>
        <p:spPr>
          <a:xfrm>
            <a:off x="1175489" y="4022213"/>
            <a:ext cx="96505" cy="172816"/>
          </a:xfrm>
          <a:custGeom>
            <a:avLst/>
            <a:gdLst/>
            <a:ahLst/>
            <a:cxnLst/>
            <a:rect l="l" t="t" r="r" b="b"/>
            <a:pathLst>
              <a:path w="11823" h="21172" extrusionOk="0">
                <a:moveTo>
                  <a:pt x="9" y="12102"/>
                </a:moveTo>
                <a:cubicBezTo>
                  <a:pt x="9" y="15041"/>
                  <a:pt x="-26" y="23098"/>
                  <a:pt x="1737" y="20747"/>
                </a:cubicBezTo>
                <a:cubicBezTo>
                  <a:pt x="6351" y="14596"/>
                  <a:pt x="8382" y="6877"/>
                  <a:pt x="11823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351" name="Google Shape;351;p35"/>
          <p:cNvCxnSpPr/>
          <p:nvPr/>
        </p:nvCxnSpPr>
        <p:spPr>
          <a:xfrm>
            <a:off x="842047" y="3201088"/>
            <a:ext cx="2881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34DBD8F-B933-7DEC-7E9C-1D8FB9D2C6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420216" y="1430175"/>
            <a:ext cx="4209481" cy="2764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61–90 Days: </a:t>
            </a:r>
            <a:r>
              <a:rPr lang="en-IN" sz="3200" dirty="0">
                <a:solidFill>
                  <a:srgbClr val="FF632E"/>
                </a:solidFill>
              </a:rPr>
              <a:t>Own</a:t>
            </a:r>
            <a:endParaRPr sz="3200" dirty="0">
              <a:solidFill>
                <a:srgbClr val="FF632E"/>
              </a:solidFill>
            </a:endParaRPr>
          </a:p>
        </p:txBody>
      </p:sp>
      <p:sp>
        <p:nvSpPr>
          <p:cNvPr id="517" name="Google Shape;517;p41"/>
          <p:cNvSpPr txBox="1">
            <a:spLocks noGrp="1"/>
          </p:cNvSpPr>
          <p:nvPr>
            <p:ph type="subTitle" idx="1"/>
          </p:nvPr>
        </p:nvSpPr>
        <p:spPr>
          <a:xfrm>
            <a:off x="1201264" y="2416486"/>
            <a:ext cx="2841926" cy="1397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Think beyond assigned tasks</a:t>
            </a:r>
          </a:p>
          <a:p>
            <a:pPr marL="285750" lvl="0" indent="-285750" algn="l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Suggest better solutions or improvements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" dirty="0"/>
          </a:p>
        </p:txBody>
      </p:sp>
      <p:sp>
        <p:nvSpPr>
          <p:cNvPr id="519" name="Google Shape;519;p41"/>
          <p:cNvSpPr txBox="1">
            <a:spLocks noGrp="1"/>
          </p:cNvSpPr>
          <p:nvPr>
            <p:ph type="subTitle" idx="3"/>
          </p:nvPr>
        </p:nvSpPr>
        <p:spPr>
          <a:xfrm>
            <a:off x="5215504" y="1143177"/>
            <a:ext cx="2748207" cy="10011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Handle tasks independently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Take responsibility for outcomes</a:t>
            </a:r>
            <a:endParaRPr dirty="0"/>
          </a:p>
        </p:txBody>
      </p:sp>
      <p:sp>
        <p:nvSpPr>
          <p:cNvPr id="520" name="Google Shape;520;p41"/>
          <p:cNvSpPr txBox="1">
            <a:spLocks noGrp="1"/>
          </p:cNvSpPr>
          <p:nvPr>
            <p:ph type="subTitle" idx="4"/>
          </p:nvPr>
        </p:nvSpPr>
        <p:spPr>
          <a:xfrm>
            <a:off x="1093669" y="2081755"/>
            <a:ext cx="2412631" cy="680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Drive Improvements</a:t>
            </a:r>
            <a:endParaRPr dirty="0"/>
          </a:p>
        </p:txBody>
      </p:sp>
      <p:sp>
        <p:nvSpPr>
          <p:cNvPr id="522" name="Google Shape;522;p41"/>
          <p:cNvSpPr txBox="1">
            <a:spLocks noGrp="1"/>
          </p:cNvSpPr>
          <p:nvPr>
            <p:ph type="subTitle" idx="6"/>
          </p:nvPr>
        </p:nvSpPr>
        <p:spPr>
          <a:xfrm>
            <a:off x="5220487" y="783700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Take Ownership</a:t>
            </a:r>
            <a:endParaRPr dirty="0"/>
          </a:p>
        </p:txBody>
      </p:sp>
      <p:sp>
        <p:nvSpPr>
          <p:cNvPr id="523" name="Google Shape;523;p41"/>
          <p:cNvSpPr txBox="1">
            <a:spLocks noGrp="1"/>
          </p:cNvSpPr>
          <p:nvPr>
            <p:ph type="subTitle" idx="7"/>
          </p:nvPr>
        </p:nvSpPr>
        <p:spPr>
          <a:xfrm>
            <a:off x="5309442" y="3631700"/>
            <a:ext cx="2744905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Complete tasks end-to-end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Build trust within the team</a:t>
            </a:r>
            <a:endParaRPr dirty="0"/>
          </a:p>
        </p:txBody>
      </p:sp>
      <p:sp>
        <p:nvSpPr>
          <p:cNvPr id="524" name="Google Shape;524;p41"/>
          <p:cNvSpPr txBox="1">
            <a:spLocks noGrp="1"/>
          </p:cNvSpPr>
          <p:nvPr>
            <p:ph type="subTitle" idx="8"/>
          </p:nvPr>
        </p:nvSpPr>
        <p:spPr>
          <a:xfrm>
            <a:off x="5309443" y="3277488"/>
            <a:ext cx="2099700" cy="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Deliver Results</a:t>
            </a:r>
            <a:endParaRPr dirty="0"/>
          </a:p>
        </p:txBody>
      </p:sp>
      <p:cxnSp>
        <p:nvCxnSpPr>
          <p:cNvPr id="525" name="Google Shape;525;p41"/>
          <p:cNvCxnSpPr/>
          <p:nvPr/>
        </p:nvCxnSpPr>
        <p:spPr>
          <a:xfrm rot="10800000" flipH="1">
            <a:off x="4568675" y="292350"/>
            <a:ext cx="3300" cy="455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6" name="Google Shape;526;p41"/>
          <p:cNvSpPr/>
          <p:nvPr/>
        </p:nvSpPr>
        <p:spPr>
          <a:xfrm>
            <a:off x="4451975" y="4604000"/>
            <a:ext cx="240000" cy="53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1"/>
          <p:cNvSpPr/>
          <p:nvPr/>
        </p:nvSpPr>
        <p:spPr>
          <a:xfrm>
            <a:off x="4345433" y="1064221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1"/>
          <p:cNvSpPr/>
          <p:nvPr/>
        </p:nvSpPr>
        <p:spPr>
          <a:xfrm>
            <a:off x="4393848" y="2331367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1"/>
          <p:cNvSpPr/>
          <p:nvPr/>
        </p:nvSpPr>
        <p:spPr>
          <a:xfrm>
            <a:off x="4399119" y="3507284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1"/>
          <p:cNvSpPr/>
          <p:nvPr/>
        </p:nvSpPr>
        <p:spPr>
          <a:xfrm>
            <a:off x="4451975" y="3540622"/>
            <a:ext cx="331983" cy="331955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41"/>
          <p:cNvGrpSpPr/>
          <p:nvPr/>
        </p:nvGrpSpPr>
        <p:grpSpPr>
          <a:xfrm>
            <a:off x="4394991" y="1113787"/>
            <a:ext cx="331983" cy="331983"/>
            <a:chOff x="3963575" y="2317575"/>
            <a:chExt cx="296175" cy="296175"/>
          </a:xfrm>
        </p:grpSpPr>
        <p:sp>
          <p:nvSpPr>
            <p:cNvPr id="536" name="Google Shape;536;p41"/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1"/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1"/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1"/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1"/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1"/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1"/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1"/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1"/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1"/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1"/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1"/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1"/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1"/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41"/>
          <p:cNvGrpSpPr/>
          <p:nvPr/>
        </p:nvGrpSpPr>
        <p:grpSpPr>
          <a:xfrm>
            <a:off x="4443859" y="2381369"/>
            <a:ext cx="331086" cy="331086"/>
            <a:chOff x="5775900" y="2308125"/>
            <a:chExt cx="295375" cy="295375"/>
          </a:xfrm>
        </p:grpSpPr>
        <p:sp>
          <p:nvSpPr>
            <p:cNvPr id="553" name="Google Shape;553;p41"/>
            <p:cNvSpPr/>
            <p:nvPr/>
          </p:nvSpPr>
          <p:spPr>
            <a:xfrm>
              <a:off x="5984625" y="248297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1"/>
            <p:cNvSpPr/>
            <p:nvPr/>
          </p:nvSpPr>
          <p:spPr>
            <a:xfrm>
              <a:off x="5775900" y="2308125"/>
              <a:ext cx="295375" cy="295375"/>
            </a:xfrm>
            <a:custGeom>
              <a:avLst/>
              <a:gdLst/>
              <a:ahLst/>
              <a:cxnLst/>
              <a:rect l="l" t="t" r="r" b="b"/>
              <a:pathLst>
                <a:path w="11815" h="11815" extrusionOk="0">
                  <a:moveTo>
                    <a:pt x="7845" y="725"/>
                  </a:moveTo>
                  <a:cubicBezTo>
                    <a:pt x="7719" y="914"/>
                    <a:pt x="7656" y="1166"/>
                    <a:pt x="7656" y="1450"/>
                  </a:cubicBezTo>
                  <a:cubicBezTo>
                    <a:pt x="7656" y="1670"/>
                    <a:pt x="7719" y="1922"/>
                    <a:pt x="7845" y="2143"/>
                  </a:cubicBezTo>
                  <a:lnTo>
                    <a:pt x="1387" y="2143"/>
                  </a:lnTo>
                  <a:cubicBezTo>
                    <a:pt x="1009" y="2143"/>
                    <a:pt x="694" y="1828"/>
                    <a:pt x="694" y="1450"/>
                  </a:cubicBezTo>
                  <a:cubicBezTo>
                    <a:pt x="694" y="1040"/>
                    <a:pt x="1009" y="725"/>
                    <a:pt x="1387" y="725"/>
                  </a:cubicBezTo>
                  <a:close/>
                  <a:moveTo>
                    <a:pt x="6112" y="6994"/>
                  </a:moveTo>
                  <a:cubicBezTo>
                    <a:pt x="5955" y="7183"/>
                    <a:pt x="5829" y="7436"/>
                    <a:pt x="5766" y="7719"/>
                  </a:cubicBezTo>
                  <a:lnTo>
                    <a:pt x="3466" y="7719"/>
                  </a:lnTo>
                  <a:lnTo>
                    <a:pt x="3466" y="6994"/>
                  </a:lnTo>
                  <a:close/>
                  <a:moveTo>
                    <a:pt x="694" y="2678"/>
                  </a:moveTo>
                  <a:cubicBezTo>
                    <a:pt x="883" y="2773"/>
                    <a:pt x="1103" y="2867"/>
                    <a:pt x="1387" y="2867"/>
                  </a:cubicBezTo>
                  <a:lnTo>
                    <a:pt x="1387" y="10460"/>
                  </a:lnTo>
                  <a:cubicBezTo>
                    <a:pt x="1009" y="10460"/>
                    <a:pt x="694" y="10145"/>
                    <a:pt x="694" y="9767"/>
                  </a:cubicBezTo>
                  <a:lnTo>
                    <a:pt x="694" y="2678"/>
                  </a:lnTo>
                  <a:close/>
                  <a:moveTo>
                    <a:pt x="8381" y="2836"/>
                  </a:moveTo>
                  <a:lnTo>
                    <a:pt x="8381" y="5608"/>
                  </a:lnTo>
                  <a:cubicBezTo>
                    <a:pt x="7814" y="5703"/>
                    <a:pt x="7247" y="5923"/>
                    <a:pt x="6774" y="6301"/>
                  </a:cubicBezTo>
                  <a:lnTo>
                    <a:pt x="3151" y="6301"/>
                  </a:lnTo>
                  <a:cubicBezTo>
                    <a:pt x="2962" y="6301"/>
                    <a:pt x="2804" y="6459"/>
                    <a:pt x="2804" y="6648"/>
                  </a:cubicBezTo>
                  <a:lnTo>
                    <a:pt x="2804" y="8034"/>
                  </a:lnTo>
                  <a:cubicBezTo>
                    <a:pt x="2804" y="8223"/>
                    <a:pt x="2962" y="8381"/>
                    <a:pt x="3151" y="8381"/>
                  </a:cubicBezTo>
                  <a:lnTo>
                    <a:pt x="5640" y="8381"/>
                  </a:lnTo>
                  <a:lnTo>
                    <a:pt x="5640" y="8727"/>
                  </a:lnTo>
                  <a:cubicBezTo>
                    <a:pt x="5640" y="9357"/>
                    <a:pt x="5829" y="9956"/>
                    <a:pt x="6144" y="10492"/>
                  </a:cubicBezTo>
                  <a:lnTo>
                    <a:pt x="2080" y="10492"/>
                  </a:lnTo>
                  <a:lnTo>
                    <a:pt x="2080" y="10460"/>
                  </a:lnTo>
                  <a:lnTo>
                    <a:pt x="2080" y="2836"/>
                  </a:lnTo>
                  <a:close/>
                  <a:moveTo>
                    <a:pt x="8727" y="6301"/>
                  </a:moveTo>
                  <a:cubicBezTo>
                    <a:pt x="10050" y="6301"/>
                    <a:pt x="11153" y="7404"/>
                    <a:pt x="11153" y="8727"/>
                  </a:cubicBezTo>
                  <a:cubicBezTo>
                    <a:pt x="11153" y="10082"/>
                    <a:pt x="10050" y="11216"/>
                    <a:pt x="8727" y="11216"/>
                  </a:cubicBezTo>
                  <a:cubicBezTo>
                    <a:pt x="7373" y="11216"/>
                    <a:pt x="6270" y="10113"/>
                    <a:pt x="6270" y="8727"/>
                  </a:cubicBezTo>
                  <a:cubicBezTo>
                    <a:pt x="6270" y="7373"/>
                    <a:pt x="7373" y="6301"/>
                    <a:pt x="8727" y="6301"/>
                  </a:cubicBezTo>
                  <a:close/>
                  <a:moveTo>
                    <a:pt x="1387" y="0"/>
                  </a:moveTo>
                  <a:cubicBezTo>
                    <a:pt x="630" y="0"/>
                    <a:pt x="0" y="630"/>
                    <a:pt x="0" y="1355"/>
                  </a:cubicBezTo>
                  <a:lnTo>
                    <a:pt x="0" y="9704"/>
                  </a:lnTo>
                  <a:cubicBezTo>
                    <a:pt x="0" y="10460"/>
                    <a:pt x="630" y="11090"/>
                    <a:pt x="1387" y="11090"/>
                  </a:cubicBezTo>
                  <a:lnTo>
                    <a:pt x="6742" y="11090"/>
                  </a:lnTo>
                  <a:cubicBezTo>
                    <a:pt x="7310" y="11563"/>
                    <a:pt x="8003" y="11815"/>
                    <a:pt x="8727" y="11815"/>
                  </a:cubicBezTo>
                  <a:cubicBezTo>
                    <a:pt x="10460" y="11815"/>
                    <a:pt x="11815" y="10334"/>
                    <a:pt x="11815" y="8664"/>
                  </a:cubicBezTo>
                  <a:cubicBezTo>
                    <a:pt x="11815" y="7120"/>
                    <a:pt x="10618" y="5829"/>
                    <a:pt x="9074" y="5608"/>
                  </a:cubicBezTo>
                  <a:lnTo>
                    <a:pt x="9074" y="2458"/>
                  </a:lnTo>
                  <a:cubicBezTo>
                    <a:pt x="9074" y="2269"/>
                    <a:pt x="9042" y="2143"/>
                    <a:pt x="8822" y="2080"/>
                  </a:cubicBezTo>
                  <a:cubicBezTo>
                    <a:pt x="8538" y="1985"/>
                    <a:pt x="8349" y="1733"/>
                    <a:pt x="8349" y="1418"/>
                  </a:cubicBezTo>
                  <a:cubicBezTo>
                    <a:pt x="8349" y="1135"/>
                    <a:pt x="8538" y="851"/>
                    <a:pt x="8822" y="725"/>
                  </a:cubicBezTo>
                  <a:cubicBezTo>
                    <a:pt x="8979" y="694"/>
                    <a:pt x="9074" y="536"/>
                    <a:pt x="9074" y="410"/>
                  </a:cubicBezTo>
                  <a:lnTo>
                    <a:pt x="9074" y="347"/>
                  </a:lnTo>
                  <a:cubicBezTo>
                    <a:pt x="9074" y="158"/>
                    <a:pt x="8916" y="0"/>
                    <a:pt x="8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1"/>
            <p:cNvSpPr/>
            <p:nvPr/>
          </p:nvSpPr>
          <p:spPr>
            <a:xfrm>
              <a:off x="5984625" y="2508975"/>
              <a:ext cx="18125" cy="61450"/>
            </a:xfrm>
            <a:custGeom>
              <a:avLst/>
              <a:gdLst/>
              <a:ahLst/>
              <a:cxnLst/>
              <a:rect l="l" t="t" r="r" b="b"/>
              <a:pathLst>
                <a:path w="725" h="2458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111"/>
                  </a:lnTo>
                  <a:cubicBezTo>
                    <a:pt x="0" y="2300"/>
                    <a:pt x="158" y="2458"/>
                    <a:pt x="378" y="2458"/>
                  </a:cubicBezTo>
                  <a:cubicBezTo>
                    <a:pt x="567" y="2458"/>
                    <a:pt x="725" y="2300"/>
                    <a:pt x="725" y="211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1"/>
            <p:cNvSpPr/>
            <p:nvPr/>
          </p:nvSpPr>
          <p:spPr>
            <a:xfrm>
              <a:off x="5845200" y="2395550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1"/>
            <p:cNvSpPr/>
            <p:nvPr/>
          </p:nvSpPr>
          <p:spPr>
            <a:xfrm>
              <a:off x="5845200" y="2431000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569" y="693"/>
                  </a:lnTo>
                  <a:cubicBezTo>
                    <a:pt x="4758" y="693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41"/>
          <p:cNvSpPr/>
          <p:nvPr/>
        </p:nvSpPr>
        <p:spPr>
          <a:xfrm>
            <a:off x="4451975" y="0"/>
            <a:ext cx="240000" cy="53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"/>
          <p:cNvSpPr/>
          <p:nvPr/>
        </p:nvSpPr>
        <p:spPr>
          <a:xfrm>
            <a:off x="1715000" y="1714959"/>
            <a:ext cx="1713600" cy="17136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/>
          <p:cNvSpPr/>
          <p:nvPr/>
        </p:nvSpPr>
        <p:spPr>
          <a:xfrm>
            <a:off x="1323675" y="1352138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0"/>
          <p:cNvSpPr/>
          <p:nvPr/>
        </p:nvSpPr>
        <p:spPr>
          <a:xfrm>
            <a:off x="2836475" y="1352138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0"/>
          <p:cNvSpPr/>
          <p:nvPr/>
        </p:nvSpPr>
        <p:spPr>
          <a:xfrm>
            <a:off x="1323675" y="2777663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0"/>
          <p:cNvSpPr/>
          <p:nvPr/>
        </p:nvSpPr>
        <p:spPr>
          <a:xfrm>
            <a:off x="2836475" y="2777663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0"/>
          <p:cNvSpPr/>
          <p:nvPr/>
        </p:nvSpPr>
        <p:spPr>
          <a:xfrm>
            <a:off x="1614975" y="1643438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0"/>
          <p:cNvSpPr/>
          <p:nvPr/>
        </p:nvSpPr>
        <p:spPr>
          <a:xfrm>
            <a:off x="1614975" y="3068963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0"/>
          <p:cNvSpPr/>
          <p:nvPr/>
        </p:nvSpPr>
        <p:spPr>
          <a:xfrm>
            <a:off x="3121463" y="1643438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"/>
          <p:cNvSpPr/>
          <p:nvPr/>
        </p:nvSpPr>
        <p:spPr>
          <a:xfrm>
            <a:off x="3121463" y="3068963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0"/>
          <p:cNvSpPr txBox="1">
            <a:spLocks noGrp="1"/>
          </p:cNvSpPr>
          <p:nvPr>
            <p:ph type="title"/>
          </p:nvPr>
        </p:nvSpPr>
        <p:spPr>
          <a:xfrm>
            <a:off x="4627950" y="921163"/>
            <a:ext cx="3397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⚠️ Common Mistakes           	to Avoid </a:t>
            </a:r>
            <a:endParaRPr dirty="0"/>
          </a:p>
        </p:txBody>
      </p:sp>
      <p:grpSp>
        <p:nvGrpSpPr>
          <p:cNvPr id="499" name="Google Shape;499;p40"/>
          <p:cNvGrpSpPr/>
          <p:nvPr/>
        </p:nvGrpSpPr>
        <p:grpSpPr>
          <a:xfrm>
            <a:off x="1689632" y="1700554"/>
            <a:ext cx="281790" cy="316889"/>
            <a:chOff x="2523000" y="1954875"/>
            <a:chExt cx="262325" cy="295000"/>
          </a:xfrm>
        </p:grpSpPr>
        <p:sp>
          <p:nvSpPr>
            <p:cNvPr id="500" name="Google Shape;500;p40"/>
            <p:cNvSpPr/>
            <p:nvPr/>
          </p:nvSpPr>
          <p:spPr>
            <a:xfrm>
              <a:off x="2523000" y="1954875"/>
              <a:ext cx="262325" cy="295000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2595475" y="202457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502;p40"/>
          <p:cNvGrpSpPr/>
          <p:nvPr/>
        </p:nvGrpSpPr>
        <p:grpSpPr>
          <a:xfrm>
            <a:off x="3184671" y="3125864"/>
            <a:ext cx="317292" cy="317319"/>
            <a:chOff x="2872725" y="1954475"/>
            <a:chExt cx="295375" cy="295400"/>
          </a:xfrm>
        </p:grpSpPr>
        <p:sp>
          <p:nvSpPr>
            <p:cNvPr id="503" name="Google Shape;503;p40"/>
            <p:cNvSpPr/>
            <p:nvPr/>
          </p:nvSpPr>
          <p:spPr>
            <a:xfrm>
              <a:off x="2959350" y="1954475"/>
              <a:ext cx="122100" cy="139450"/>
            </a:xfrm>
            <a:custGeom>
              <a:avLst/>
              <a:gdLst/>
              <a:ahLst/>
              <a:cxnLst/>
              <a:rect l="l" t="t" r="r" b="b"/>
              <a:pathLst>
                <a:path w="4884" h="5578" extrusionOk="0">
                  <a:moveTo>
                    <a:pt x="2395" y="694"/>
                  </a:moveTo>
                  <a:cubicBezTo>
                    <a:pt x="2805" y="694"/>
                    <a:pt x="3120" y="1009"/>
                    <a:pt x="3120" y="1418"/>
                  </a:cubicBezTo>
                  <a:cubicBezTo>
                    <a:pt x="3120" y="1797"/>
                    <a:pt x="2805" y="2112"/>
                    <a:pt x="2395" y="2112"/>
                  </a:cubicBezTo>
                  <a:cubicBezTo>
                    <a:pt x="2017" y="2112"/>
                    <a:pt x="1702" y="1797"/>
                    <a:pt x="1702" y="1418"/>
                  </a:cubicBezTo>
                  <a:cubicBezTo>
                    <a:pt x="1733" y="1009"/>
                    <a:pt x="2048" y="694"/>
                    <a:pt x="2395" y="694"/>
                  </a:cubicBezTo>
                  <a:close/>
                  <a:moveTo>
                    <a:pt x="2395" y="2742"/>
                  </a:moveTo>
                  <a:cubicBezTo>
                    <a:pt x="3340" y="2742"/>
                    <a:pt x="4128" y="3529"/>
                    <a:pt x="4128" y="4537"/>
                  </a:cubicBezTo>
                  <a:lnTo>
                    <a:pt x="4128" y="4884"/>
                  </a:lnTo>
                  <a:lnTo>
                    <a:pt x="662" y="4884"/>
                  </a:lnTo>
                  <a:lnTo>
                    <a:pt x="662" y="4537"/>
                  </a:lnTo>
                  <a:cubicBezTo>
                    <a:pt x="662" y="3529"/>
                    <a:pt x="1450" y="2742"/>
                    <a:pt x="2395" y="2742"/>
                  </a:cubicBezTo>
                  <a:close/>
                  <a:moveTo>
                    <a:pt x="2490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4"/>
                    <a:pt x="1229" y="2049"/>
                    <a:pt x="1450" y="2332"/>
                  </a:cubicBezTo>
                  <a:cubicBezTo>
                    <a:pt x="568" y="2710"/>
                    <a:pt x="1" y="3529"/>
                    <a:pt x="1" y="4537"/>
                  </a:cubicBezTo>
                  <a:lnTo>
                    <a:pt x="1" y="5231"/>
                  </a:lnTo>
                  <a:cubicBezTo>
                    <a:pt x="1" y="5420"/>
                    <a:pt x="158" y="5577"/>
                    <a:pt x="347" y="5577"/>
                  </a:cubicBezTo>
                  <a:lnTo>
                    <a:pt x="4537" y="5577"/>
                  </a:lnTo>
                  <a:cubicBezTo>
                    <a:pt x="4726" y="5577"/>
                    <a:pt x="4884" y="5420"/>
                    <a:pt x="4884" y="5231"/>
                  </a:cubicBezTo>
                  <a:lnTo>
                    <a:pt x="4884" y="4537"/>
                  </a:lnTo>
                  <a:cubicBezTo>
                    <a:pt x="4884" y="3529"/>
                    <a:pt x="4317" y="2710"/>
                    <a:pt x="3498" y="2332"/>
                  </a:cubicBezTo>
                  <a:cubicBezTo>
                    <a:pt x="3750" y="2080"/>
                    <a:pt x="3844" y="1765"/>
                    <a:pt x="3844" y="1387"/>
                  </a:cubicBezTo>
                  <a:cubicBezTo>
                    <a:pt x="3844" y="631"/>
                    <a:pt x="3214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2906575" y="2146650"/>
              <a:ext cx="191425" cy="69350"/>
            </a:xfrm>
            <a:custGeom>
              <a:avLst/>
              <a:gdLst/>
              <a:ahLst/>
              <a:cxnLst/>
              <a:rect l="l" t="t" r="r" b="b"/>
              <a:pathLst>
                <a:path w="7657" h="2774" extrusionOk="0">
                  <a:moveTo>
                    <a:pt x="1419" y="694"/>
                  </a:moveTo>
                  <a:lnTo>
                    <a:pt x="1419" y="2080"/>
                  </a:lnTo>
                  <a:lnTo>
                    <a:pt x="694" y="2080"/>
                  </a:lnTo>
                  <a:lnTo>
                    <a:pt x="694" y="694"/>
                  </a:lnTo>
                  <a:close/>
                  <a:moveTo>
                    <a:pt x="2773" y="694"/>
                  </a:moveTo>
                  <a:lnTo>
                    <a:pt x="2773" y="2080"/>
                  </a:lnTo>
                  <a:lnTo>
                    <a:pt x="2080" y="2080"/>
                  </a:lnTo>
                  <a:lnTo>
                    <a:pt x="2080" y="694"/>
                  </a:lnTo>
                  <a:close/>
                  <a:moveTo>
                    <a:pt x="4159" y="694"/>
                  </a:moveTo>
                  <a:lnTo>
                    <a:pt x="4159" y="2080"/>
                  </a:lnTo>
                  <a:lnTo>
                    <a:pt x="3466" y="2080"/>
                  </a:lnTo>
                  <a:lnTo>
                    <a:pt x="3466" y="694"/>
                  </a:lnTo>
                  <a:close/>
                  <a:moveTo>
                    <a:pt x="6995" y="694"/>
                  </a:moveTo>
                  <a:lnTo>
                    <a:pt x="6995" y="2080"/>
                  </a:lnTo>
                  <a:lnTo>
                    <a:pt x="4884" y="2080"/>
                  </a:lnTo>
                  <a:lnTo>
                    <a:pt x="488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427"/>
                  </a:lnTo>
                  <a:cubicBezTo>
                    <a:pt x="1" y="2616"/>
                    <a:pt x="158" y="2773"/>
                    <a:pt x="347" y="2773"/>
                  </a:cubicBezTo>
                  <a:lnTo>
                    <a:pt x="7310" y="2773"/>
                  </a:lnTo>
                  <a:cubicBezTo>
                    <a:pt x="7499" y="2773"/>
                    <a:pt x="7657" y="2616"/>
                    <a:pt x="7657" y="2427"/>
                  </a:cubicBezTo>
                  <a:lnTo>
                    <a:pt x="7657" y="347"/>
                  </a:lnTo>
                  <a:cubicBezTo>
                    <a:pt x="7657" y="127"/>
                    <a:pt x="7499" y="1"/>
                    <a:pt x="7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2872725" y="2112000"/>
              <a:ext cx="295375" cy="137875"/>
            </a:xfrm>
            <a:custGeom>
              <a:avLst/>
              <a:gdLst/>
              <a:ahLst/>
              <a:cxnLst/>
              <a:rect l="l" t="t" r="r" b="b"/>
              <a:pathLst>
                <a:path w="11815" h="5515" extrusionOk="0">
                  <a:moveTo>
                    <a:pt x="11121" y="2080"/>
                  </a:moveTo>
                  <a:lnTo>
                    <a:pt x="11121" y="3466"/>
                  </a:lnTo>
                  <a:lnTo>
                    <a:pt x="10397" y="3466"/>
                  </a:lnTo>
                  <a:lnTo>
                    <a:pt x="10397" y="2080"/>
                  </a:lnTo>
                  <a:close/>
                  <a:moveTo>
                    <a:pt x="9389" y="662"/>
                  </a:moveTo>
                  <a:cubicBezTo>
                    <a:pt x="9578" y="662"/>
                    <a:pt x="9735" y="820"/>
                    <a:pt x="9735" y="1009"/>
                  </a:cubicBezTo>
                  <a:lnTo>
                    <a:pt x="9735" y="4474"/>
                  </a:lnTo>
                  <a:cubicBezTo>
                    <a:pt x="9735" y="4663"/>
                    <a:pt x="9578" y="4852"/>
                    <a:pt x="9389" y="4852"/>
                  </a:cubicBezTo>
                  <a:lnTo>
                    <a:pt x="1040" y="4852"/>
                  </a:lnTo>
                  <a:cubicBezTo>
                    <a:pt x="819" y="4852"/>
                    <a:pt x="662" y="4663"/>
                    <a:pt x="662" y="4474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4474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9357" y="5514"/>
                  </a:lnTo>
                  <a:cubicBezTo>
                    <a:pt x="9956" y="5514"/>
                    <a:pt x="10397" y="5041"/>
                    <a:pt x="10397" y="4474"/>
                  </a:cubicBezTo>
                  <a:lnTo>
                    <a:pt x="10397" y="4128"/>
                  </a:lnTo>
                  <a:lnTo>
                    <a:pt x="11436" y="4128"/>
                  </a:lnTo>
                  <a:cubicBezTo>
                    <a:pt x="11625" y="4128"/>
                    <a:pt x="11783" y="3970"/>
                    <a:pt x="11783" y="3781"/>
                  </a:cubicBezTo>
                  <a:lnTo>
                    <a:pt x="11783" y="1702"/>
                  </a:lnTo>
                  <a:cubicBezTo>
                    <a:pt x="11814" y="1513"/>
                    <a:pt x="11657" y="1387"/>
                    <a:pt x="11468" y="1387"/>
                  </a:cubicBezTo>
                  <a:lnTo>
                    <a:pt x="10397" y="1387"/>
                  </a:lnTo>
                  <a:lnTo>
                    <a:pt x="10397" y="1009"/>
                  </a:lnTo>
                  <a:cubicBezTo>
                    <a:pt x="10397" y="442"/>
                    <a:pt x="9924" y="1"/>
                    <a:pt x="9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40"/>
          <p:cNvSpPr/>
          <p:nvPr/>
        </p:nvSpPr>
        <p:spPr>
          <a:xfrm>
            <a:off x="3213894" y="1699937"/>
            <a:ext cx="246233" cy="318124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40"/>
          <p:cNvGrpSpPr/>
          <p:nvPr/>
        </p:nvGrpSpPr>
        <p:grpSpPr>
          <a:xfrm>
            <a:off x="1671023" y="3125448"/>
            <a:ext cx="319011" cy="318151"/>
            <a:chOff x="2141000" y="1954475"/>
            <a:chExt cx="296975" cy="296175"/>
          </a:xfrm>
        </p:grpSpPr>
        <p:sp>
          <p:nvSpPr>
            <p:cNvPr id="508" name="Google Shape;508;p40"/>
            <p:cNvSpPr/>
            <p:nvPr/>
          </p:nvSpPr>
          <p:spPr>
            <a:xfrm>
              <a:off x="2280425" y="1989925"/>
              <a:ext cx="104775" cy="68550"/>
            </a:xfrm>
            <a:custGeom>
              <a:avLst/>
              <a:gdLst/>
              <a:ahLst/>
              <a:cxnLst/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2174875" y="2145875"/>
              <a:ext cx="105575" cy="69325"/>
            </a:xfrm>
            <a:custGeom>
              <a:avLst/>
              <a:gdLst/>
              <a:ahLst/>
              <a:cxnLst/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2141000" y="1954475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2298525" y="2076550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351BE0C-668E-DE43-74A6-4E86386D5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7949" y="1714938"/>
            <a:ext cx="3958489" cy="13540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Sticking only to what you already know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Trying to do too much too fast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Setting unrealistic expectations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33C6D-6A1C-39F2-455F-A420696926FA}"/>
              </a:ext>
            </a:extLst>
          </p:cNvPr>
          <p:cNvSpPr txBox="1"/>
          <p:nvPr/>
        </p:nvSpPr>
        <p:spPr>
          <a:xfrm>
            <a:off x="4103649" y="3860439"/>
            <a:ext cx="4902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These are common traps highlighted in professional frameworks like “The First 90 Days” by Michael D. Watkins.</a:t>
            </a:r>
            <a:endParaRPr lang="en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 txBox="1">
            <a:spLocks noGrp="1"/>
          </p:cNvSpPr>
          <p:nvPr>
            <p:ph type="body" idx="1"/>
          </p:nvPr>
        </p:nvSpPr>
        <p:spPr>
          <a:xfrm>
            <a:off x="864500" y="1875875"/>
            <a:ext cx="2191200" cy="106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Your Goal in the First </a:t>
            </a:r>
            <a:r>
              <a:rPr lang="en" dirty="0"/>
              <a:t>90 </a:t>
            </a:r>
            <a:r>
              <a:rPr lang="en" dirty="0">
                <a:solidFill>
                  <a:schemeClr val="tx1"/>
                </a:solidFill>
              </a:rPr>
              <a:t>days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571" name="Google Shape;571;p43"/>
          <p:cNvCxnSpPr/>
          <p:nvPr/>
        </p:nvCxnSpPr>
        <p:spPr>
          <a:xfrm>
            <a:off x="864500" y="3055850"/>
            <a:ext cx="220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2" name="Google Shape;572;p43"/>
          <p:cNvGrpSpPr/>
          <p:nvPr/>
        </p:nvGrpSpPr>
        <p:grpSpPr>
          <a:xfrm>
            <a:off x="2806288" y="3169321"/>
            <a:ext cx="264704" cy="264704"/>
            <a:chOff x="1487200" y="4993750"/>
            <a:chExt cx="483125" cy="483125"/>
          </a:xfrm>
        </p:grpSpPr>
        <p:sp>
          <p:nvSpPr>
            <p:cNvPr id="573" name="Google Shape;573;p43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A022C58-F957-0E8A-3A7F-F6E06C84ABE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97405" y="1"/>
            <a:ext cx="5746595" cy="5143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2156AB-4AB4-E2DB-8ACE-BEE66DDB866B}"/>
              </a:ext>
            </a:extLst>
          </p:cNvPr>
          <p:cNvSpPr txBox="1"/>
          <p:nvPr/>
        </p:nvSpPr>
        <p:spPr>
          <a:xfrm>
            <a:off x="5794815" y="137490"/>
            <a:ext cx="3289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ira Sans" panose="020B0503050000020004" pitchFamily="34" charset="0"/>
              </a:rPr>
              <a:t>The faster you create value, the faster you earn trust.</a:t>
            </a:r>
            <a:endParaRPr lang="en-IN" dirty="0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7340AEB2-BBB1-F2CB-71E0-59A9B86C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0">
            <a:extLst>
              <a:ext uri="{FF2B5EF4-FFF2-40B4-BE49-F238E27FC236}">
                <a16:creationId xmlns:a16="http://schemas.microsoft.com/office/drawing/2014/main" id="{C97E7F91-DA2E-D504-4164-8D92D2FC52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989" y="445377"/>
            <a:ext cx="3397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What Determines Your </a:t>
            </a:r>
            <a:r>
              <a:rPr lang="en-US" dirty="0">
                <a:solidFill>
                  <a:srgbClr val="FF632E"/>
                </a:solidFill>
              </a:rPr>
              <a:t>Success</a:t>
            </a:r>
            <a:endParaRPr dirty="0">
              <a:solidFill>
                <a:srgbClr val="FF632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6BE3C-BC74-415F-6023-A8584B41F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35910"/>
            <a:ext cx="3958489" cy="1354025"/>
          </a:xfrm>
        </p:spPr>
        <p:txBody>
          <a:bodyPr/>
          <a:lstStyle/>
          <a:p>
            <a:pPr marL="139700" indent="0">
              <a:lnSpc>
                <a:spcPct val="200000"/>
              </a:lnSpc>
            </a:pPr>
            <a:r>
              <a:rPr lang="en-IN" b="1" dirty="0"/>
              <a:t>Align</a:t>
            </a:r>
            <a:r>
              <a:rPr lang="en-IN" dirty="0"/>
              <a:t> with team values</a:t>
            </a:r>
            <a:endParaRPr lang="en-US" dirty="0"/>
          </a:p>
          <a:p>
            <a:pPr marL="139700" indent="0">
              <a:lnSpc>
                <a:spcPct val="200000"/>
              </a:lnSpc>
            </a:pPr>
            <a:r>
              <a:rPr lang="en-US" dirty="0"/>
              <a:t>Show the right </a:t>
            </a:r>
            <a:r>
              <a:rPr lang="en-US" b="1" dirty="0"/>
              <a:t>attitude</a:t>
            </a:r>
            <a:r>
              <a:rPr lang="en-US" dirty="0"/>
              <a:t> and energy</a:t>
            </a:r>
          </a:p>
          <a:p>
            <a:pPr marL="139700" indent="0">
              <a:lnSpc>
                <a:spcPct val="200000"/>
              </a:lnSpc>
            </a:pPr>
            <a:r>
              <a:rPr lang="en-US" dirty="0"/>
              <a:t>Demonstrate </a:t>
            </a:r>
            <a:r>
              <a:rPr lang="en-US" b="1" dirty="0"/>
              <a:t>competence</a:t>
            </a:r>
            <a:r>
              <a:rPr lang="en-US" dirty="0"/>
              <a:t> in your work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8C026B-E4C6-417C-762B-7AD0464B98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029307" y="474962"/>
            <a:ext cx="4939990" cy="3019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476373-67C9-F13A-680B-D060B997CB74}"/>
              </a:ext>
            </a:extLst>
          </p:cNvPr>
          <p:cNvSpPr txBox="1"/>
          <p:nvPr/>
        </p:nvSpPr>
        <p:spPr>
          <a:xfrm>
            <a:off x="6761356" y="3548317"/>
            <a:ext cx="29402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accent4">
                    <a:lumMod val="25000"/>
                  </a:schemeClr>
                </a:solidFill>
                <a:latin typeface="Fira Sans" panose="020B0503050000020004" pitchFamily="34" charset="0"/>
              </a:rPr>
              <a:t>Source: Harvard Business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28DC9-6F77-D8D1-E50F-2EB3AA66A7C3}"/>
              </a:ext>
            </a:extLst>
          </p:cNvPr>
          <p:cNvSpPr txBox="1"/>
          <p:nvPr/>
        </p:nvSpPr>
        <p:spPr>
          <a:xfrm>
            <a:off x="107989" y="3155902"/>
            <a:ext cx="40293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People decide who to trust before they decide who is skilled.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0289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450C07DA-74F1-6B77-67BD-0031C777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>
            <a:extLst>
              <a:ext uri="{FF2B5EF4-FFF2-40B4-BE49-F238E27FC236}">
                <a16:creationId xmlns:a16="http://schemas.microsoft.com/office/drawing/2014/main" id="{82C1F039-0C1C-329B-C978-F0282520D1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728" y="4301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solidFill>
                  <a:srgbClr val="FF632E"/>
                </a:solidFill>
              </a:rPr>
              <a:t>Two</a:t>
            </a:r>
            <a:r>
              <a:rPr lang="en-IN" dirty="0"/>
              <a:t> Possible Paths in Your First </a:t>
            </a:r>
            <a:r>
              <a:rPr lang="en-IN" dirty="0">
                <a:solidFill>
                  <a:srgbClr val="FF632E"/>
                </a:solidFill>
              </a:rPr>
              <a:t>90</a:t>
            </a:r>
            <a:r>
              <a:rPr lang="en-IN" dirty="0"/>
              <a:t> Days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35911-7494-709D-F123-A3CF8637A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4" y="1536060"/>
            <a:ext cx="4250193" cy="17269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9D7F07-A8EF-B6FE-DB8D-E33E6CDBF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60" y="1536060"/>
            <a:ext cx="3707029" cy="17944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37B30B-29F0-8FFE-E9D6-6050E81EB7D1}"/>
              </a:ext>
            </a:extLst>
          </p:cNvPr>
          <p:cNvSpPr txBox="1"/>
          <p:nvPr/>
        </p:nvSpPr>
        <p:spPr>
          <a:xfrm>
            <a:off x="83914" y="4016543"/>
            <a:ext cx="6669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Your early actions don’t just affect results- they shape your entire growth path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Google Shape;4210;p57">
            <a:extLst>
              <a:ext uri="{FF2B5EF4-FFF2-40B4-BE49-F238E27FC236}">
                <a16:creationId xmlns:a16="http://schemas.microsoft.com/office/drawing/2014/main" id="{736E3513-D049-2127-2261-E4D9E387C9B5}"/>
              </a:ext>
            </a:extLst>
          </p:cNvPr>
          <p:cNvSpPr/>
          <p:nvPr/>
        </p:nvSpPr>
        <p:spPr>
          <a:xfrm>
            <a:off x="4475358" y="2163066"/>
            <a:ext cx="453481" cy="419264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036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699DC9C5-E342-EAE6-CE12-82562196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">
            <a:extLst>
              <a:ext uri="{FF2B5EF4-FFF2-40B4-BE49-F238E27FC236}">
                <a16:creationId xmlns:a16="http://schemas.microsoft.com/office/drawing/2014/main" id="{DF8BD90C-2703-BA2D-0FF3-817CD5F00905}"/>
              </a:ext>
            </a:extLst>
          </p:cNvPr>
          <p:cNvSpPr/>
          <p:nvPr/>
        </p:nvSpPr>
        <p:spPr>
          <a:xfrm>
            <a:off x="1715000" y="1714959"/>
            <a:ext cx="1713600" cy="17136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>
            <a:extLst>
              <a:ext uri="{FF2B5EF4-FFF2-40B4-BE49-F238E27FC236}">
                <a16:creationId xmlns:a16="http://schemas.microsoft.com/office/drawing/2014/main" id="{7A2C5CBC-121D-1C90-1AE3-DA9796257CEB}"/>
              </a:ext>
            </a:extLst>
          </p:cNvPr>
          <p:cNvSpPr/>
          <p:nvPr/>
        </p:nvSpPr>
        <p:spPr>
          <a:xfrm>
            <a:off x="1323675" y="1352138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0" name="Google Shape;490;p40">
            <a:extLst>
              <a:ext uri="{FF2B5EF4-FFF2-40B4-BE49-F238E27FC236}">
                <a16:creationId xmlns:a16="http://schemas.microsoft.com/office/drawing/2014/main" id="{25CC38EE-4FA0-C380-9DD9-E3929F668D34}"/>
              </a:ext>
            </a:extLst>
          </p:cNvPr>
          <p:cNvSpPr/>
          <p:nvPr/>
        </p:nvSpPr>
        <p:spPr>
          <a:xfrm>
            <a:off x="2836475" y="1352138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0">
            <a:extLst>
              <a:ext uri="{FF2B5EF4-FFF2-40B4-BE49-F238E27FC236}">
                <a16:creationId xmlns:a16="http://schemas.microsoft.com/office/drawing/2014/main" id="{B09C37E6-5AA3-073B-20F0-6697924A31C2}"/>
              </a:ext>
            </a:extLst>
          </p:cNvPr>
          <p:cNvSpPr/>
          <p:nvPr/>
        </p:nvSpPr>
        <p:spPr>
          <a:xfrm>
            <a:off x="1323675" y="2777663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0">
            <a:extLst>
              <a:ext uri="{FF2B5EF4-FFF2-40B4-BE49-F238E27FC236}">
                <a16:creationId xmlns:a16="http://schemas.microsoft.com/office/drawing/2014/main" id="{891FE9BE-87E8-B07A-CA48-FD1833B13D37}"/>
              </a:ext>
            </a:extLst>
          </p:cNvPr>
          <p:cNvSpPr/>
          <p:nvPr/>
        </p:nvSpPr>
        <p:spPr>
          <a:xfrm>
            <a:off x="2836475" y="2777663"/>
            <a:ext cx="1013700" cy="1013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0">
            <a:extLst>
              <a:ext uri="{FF2B5EF4-FFF2-40B4-BE49-F238E27FC236}">
                <a16:creationId xmlns:a16="http://schemas.microsoft.com/office/drawing/2014/main" id="{724FE5A9-2DC2-A071-204E-FC7CD2DB3D3C}"/>
              </a:ext>
            </a:extLst>
          </p:cNvPr>
          <p:cNvSpPr/>
          <p:nvPr/>
        </p:nvSpPr>
        <p:spPr>
          <a:xfrm>
            <a:off x="1614975" y="1643438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0">
            <a:extLst>
              <a:ext uri="{FF2B5EF4-FFF2-40B4-BE49-F238E27FC236}">
                <a16:creationId xmlns:a16="http://schemas.microsoft.com/office/drawing/2014/main" id="{A7DB94B4-3FF8-2C1C-8F35-54BE8A1B9D77}"/>
              </a:ext>
            </a:extLst>
          </p:cNvPr>
          <p:cNvSpPr/>
          <p:nvPr/>
        </p:nvSpPr>
        <p:spPr>
          <a:xfrm>
            <a:off x="1614975" y="3068963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0">
            <a:extLst>
              <a:ext uri="{FF2B5EF4-FFF2-40B4-BE49-F238E27FC236}">
                <a16:creationId xmlns:a16="http://schemas.microsoft.com/office/drawing/2014/main" id="{A3166BC9-33F3-34EC-B338-4AED71CA79DD}"/>
              </a:ext>
            </a:extLst>
          </p:cNvPr>
          <p:cNvSpPr/>
          <p:nvPr/>
        </p:nvSpPr>
        <p:spPr>
          <a:xfrm>
            <a:off x="3121463" y="1643438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">
            <a:extLst>
              <a:ext uri="{FF2B5EF4-FFF2-40B4-BE49-F238E27FC236}">
                <a16:creationId xmlns:a16="http://schemas.microsoft.com/office/drawing/2014/main" id="{4FA0E505-D812-3C6E-02B7-D64ACAAC9B80}"/>
              </a:ext>
            </a:extLst>
          </p:cNvPr>
          <p:cNvSpPr/>
          <p:nvPr/>
        </p:nvSpPr>
        <p:spPr>
          <a:xfrm>
            <a:off x="3121463" y="3068963"/>
            <a:ext cx="431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0">
            <a:extLst>
              <a:ext uri="{FF2B5EF4-FFF2-40B4-BE49-F238E27FC236}">
                <a16:creationId xmlns:a16="http://schemas.microsoft.com/office/drawing/2014/main" id="{CC8FF12F-4AE4-45CE-2811-ADA38798E3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3062" y="358675"/>
            <a:ext cx="3397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Key Takeaways</a:t>
            </a:r>
            <a:endParaRPr dirty="0"/>
          </a:p>
        </p:txBody>
      </p:sp>
      <p:grpSp>
        <p:nvGrpSpPr>
          <p:cNvPr id="499" name="Google Shape;499;p40">
            <a:extLst>
              <a:ext uri="{FF2B5EF4-FFF2-40B4-BE49-F238E27FC236}">
                <a16:creationId xmlns:a16="http://schemas.microsoft.com/office/drawing/2014/main" id="{5D9BC63D-6CBC-BCA6-E7A6-022D4F18AB9F}"/>
              </a:ext>
            </a:extLst>
          </p:cNvPr>
          <p:cNvGrpSpPr/>
          <p:nvPr/>
        </p:nvGrpSpPr>
        <p:grpSpPr>
          <a:xfrm>
            <a:off x="1689632" y="1700554"/>
            <a:ext cx="281790" cy="316889"/>
            <a:chOff x="2523000" y="1954875"/>
            <a:chExt cx="262325" cy="295000"/>
          </a:xfrm>
        </p:grpSpPr>
        <p:sp>
          <p:nvSpPr>
            <p:cNvPr id="500" name="Google Shape;500;p40">
              <a:extLst>
                <a:ext uri="{FF2B5EF4-FFF2-40B4-BE49-F238E27FC236}">
                  <a16:creationId xmlns:a16="http://schemas.microsoft.com/office/drawing/2014/main" id="{8259D11F-E566-9280-6D2A-1DA7DCA68462}"/>
                </a:ext>
              </a:extLst>
            </p:cNvPr>
            <p:cNvSpPr/>
            <p:nvPr/>
          </p:nvSpPr>
          <p:spPr>
            <a:xfrm>
              <a:off x="2523000" y="1954875"/>
              <a:ext cx="262325" cy="295000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>
              <a:extLst>
                <a:ext uri="{FF2B5EF4-FFF2-40B4-BE49-F238E27FC236}">
                  <a16:creationId xmlns:a16="http://schemas.microsoft.com/office/drawing/2014/main" id="{57B4976B-5E36-248D-3F7D-135A21D9F77B}"/>
                </a:ext>
              </a:extLst>
            </p:cNvPr>
            <p:cNvSpPr/>
            <p:nvPr/>
          </p:nvSpPr>
          <p:spPr>
            <a:xfrm>
              <a:off x="2595475" y="202457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502;p40">
            <a:extLst>
              <a:ext uri="{FF2B5EF4-FFF2-40B4-BE49-F238E27FC236}">
                <a16:creationId xmlns:a16="http://schemas.microsoft.com/office/drawing/2014/main" id="{9E72BA04-0C06-672A-24CC-6B4FBB711E46}"/>
              </a:ext>
            </a:extLst>
          </p:cNvPr>
          <p:cNvGrpSpPr/>
          <p:nvPr/>
        </p:nvGrpSpPr>
        <p:grpSpPr>
          <a:xfrm>
            <a:off x="3184671" y="3125864"/>
            <a:ext cx="317292" cy="317319"/>
            <a:chOff x="2872725" y="1954475"/>
            <a:chExt cx="295375" cy="295400"/>
          </a:xfrm>
        </p:grpSpPr>
        <p:sp>
          <p:nvSpPr>
            <p:cNvPr id="503" name="Google Shape;503;p40">
              <a:extLst>
                <a:ext uri="{FF2B5EF4-FFF2-40B4-BE49-F238E27FC236}">
                  <a16:creationId xmlns:a16="http://schemas.microsoft.com/office/drawing/2014/main" id="{EE561224-4252-1CE1-D76E-19477BFC3378}"/>
                </a:ext>
              </a:extLst>
            </p:cNvPr>
            <p:cNvSpPr/>
            <p:nvPr/>
          </p:nvSpPr>
          <p:spPr>
            <a:xfrm>
              <a:off x="2959350" y="1954475"/>
              <a:ext cx="122100" cy="139450"/>
            </a:xfrm>
            <a:custGeom>
              <a:avLst/>
              <a:gdLst/>
              <a:ahLst/>
              <a:cxnLst/>
              <a:rect l="l" t="t" r="r" b="b"/>
              <a:pathLst>
                <a:path w="4884" h="5578" extrusionOk="0">
                  <a:moveTo>
                    <a:pt x="2395" y="694"/>
                  </a:moveTo>
                  <a:cubicBezTo>
                    <a:pt x="2805" y="694"/>
                    <a:pt x="3120" y="1009"/>
                    <a:pt x="3120" y="1418"/>
                  </a:cubicBezTo>
                  <a:cubicBezTo>
                    <a:pt x="3120" y="1797"/>
                    <a:pt x="2805" y="2112"/>
                    <a:pt x="2395" y="2112"/>
                  </a:cubicBezTo>
                  <a:cubicBezTo>
                    <a:pt x="2017" y="2112"/>
                    <a:pt x="1702" y="1797"/>
                    <a:pt x="1702" y="1418"/>
                  </a:cubicBezTo>
                  <a:cubicBezTo>
                    <a:pt x="1733" y="1009"/>
                    <a:pt x="2048" y="694"/>
                    <a:pt x="2395" y="694"/>
                  </a:cubicBezTo>
                  <a:close/>
                  <a:moveTo>
                    <a:pt x="2395" y="2742"/>
                  </a:moveTo>
                  <a:cubicBezTo>
                    <a:pt x="3340" y="2742"/>
                    <a:pt x="4128" y="3529"/>
                    <a:pt x="4128" y="4537"/>
                  </a:cubicBezTo>
                  <a:lnTo>
                    <a:pt x="4128" y="4884"/>
                  </a:lnTo>
                  <a:lnTo>
                    <a:pt x="662" y="4884"/>
                  </a:lnTo>
                  <a:lnTo>
                    <a:pt x="662" y="4537"/>
                  </a:lnTo>
                  <a:cubicBezTo>
                    <a:pt x="662" y="3529"/>
                    <a:pt x="1450" y="2742"/>
                    <a:pt x="2395" y="2742"/>
                  </a:cubicBezTo>
                  <a:close/>
                  <a:moveTo>
                    <a:pt x="2490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4"/>
                    <a:pt x="1229" y="2049"/>
                    <a:pt x="1450" y="2332"/>
                  </a:cubicBezTo>
                  <a:cubicBezTo>
                    <a:pt x="568" y="2710"/>
                    <a:pt x="1" y="3529"/>
                    <a:pt x="1" y="4537"/>
                  </a:cubicBezTo>
                  <a:lnTo>
                    <a:pt x="1" y="5231"/>
                  </a:lnTo>
                  <a:cubicBezTo>
                    <a:pt x="1" y="5420"/>
                    <a:pt x="158" y="5577"/>
                    <a:pt x="347" y="5577"/>
                  </a:cubicBezTo>
                  <a:lnTo>
                    <a:pt x="4537" y="5577"/>
                  </a:lnTo>
                  <a:cubicBezTo>
                    <a:pt x="4726" y="5577"/>
                    <a:pt x="4884" y="5420"/>
                    <a:pt x="4884" y="5231"/>
                  </a:cubicBezTo>
                  <a:lnTo>
                    <a:pt x="4884" y="4537"/>
                  </a:lnTo>
                  <a:cubicBezTo>
                    <a:pt x="4884" y="3529"/>
                    <a:pt x="4317" y="2710"/>
                    <a:pt x="3498" y="2332"/>
                  </a:cubicBezTo>
                  <a:cubicBezTo>
                    <a:pt x="3750" y="2080"/>
                    <a:pt x="3844" y="1765"/>
                    <a:pt x="3844" y="1387"/>
                  </a:cubicBezTo>
                  <a:cubicBezTo>
                    <a:pt x="3844" y="631"/>
                    <a:pt x="3214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>
              <a:extLst>
                <a:ext uri="{FF2B5EF4-FFF2-40B4-BE49-F238E27FC236}">
                  <a16:creationId xmlns:a16="http://schemas.microsoft.com/office/drawing/2014/main" id="{6E16289B-24FA-DC0A-9808-52151FA59C0A}"/>
                </a:ext>
              </a:extLst>
            </p:cNvPr>
            <p:cNvSpPr/>
            <p:nvPr/>
          </p:nvSpPr>
          <p:spPr>
            <a:xfrm>
              <a:off x="2906575" y="2146650"/>
              <a:ext cx="191425" cy="69350"/>
            </a:xfrm>
            <a:custGeom>
              <a:avLst/>
              <a:gdLst/>
              <a:ahLst/>
              <a:cxnLst/>
              <a:rect l="l" t="t" r="r" b="b"/>
              <a:pathLst>
                <a:path w="7657" h="2774" extrusionOk="0">
                  <a:moveTo>
                    <a:pt x="1419" y="694"/>
                  </a:moveTo>
                  <a:lnTo>
                    <a:pt x="1419" y="2080"/>
                  </a:lnTo>
                  <a:lnTo>
                    <a:pt x="694" y="2080"/>
                  </a:lnTo>
                  <a:lnTo>
                    <a:pt x="694" y="694"/>
                  </a:lnTo>
                  <a:close/>
                  <a:moveTo>
                    <a:pt x="2773" y="694"/>
                  </a:moveTo>
                  <a:lnTo>
                    <a:pt x="2773" y="2080"/>
                  </a:lnTo>
                  <a:lnTo>
                    <a:pt x="2080" y="2080"/>
                  </a:lnTo>
                  <a:lnTo>
                    <a:pt x="2080" y="694"/>
                  </a:lnTo>
                  <a:close/>
                  <a:moveTo>
                    <a:pt x="4159" y="694"/>
                  </a:moveTo>
                  <a:lnTo>
                    <a:pt x="4159" y="2080"/>
                  </a:lnTo>
                  <a:lnTo>
                    <a:pt x="3466" y="2080"/>
                  </a:lnTo>
                  <a:lnTo>
                    <a:pt x="3466" y="694"/>
                  </a:lnTo>
                  <a:close/>
                  <a:moveTo>
                    <a:pt x="6995" y="694"/>
                  </a:moveTo>
                  <a:lnTo>
                    <a:pt x="6995" y="2080"/>
                  </a:lnTo>
                  <a:lnTo>
                    <a:pt x="4884" y="2080"/>
                  </a:lnTo>
                  <a:lnTo>
                    <a:pt x="488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427"/>
                  </a:lnTo>
                  <a:cubicBezTo>
                    <a:pt x="1" y="2616"/>
                    <a:pt x="158" y="2773"/>
                    <a:pt x="347" y="2773"/>
                  </a:cubicBezTo>
                  <a:lnTo>
                    <a:pt x="7310" y="2773"/>
                  </a:lnTo>
                  <a:cubicBezTo>
                    <a:pt x="7499" y="2773"/>
                    <a:pt x="7657" y="2616"/>
                    <a:pt x="7657" y="2427"/>
                  </a:cubicBezTo>
                  <a:lnTo>
                    <a:pt x="7657" y="347"/>
                  </a:lnTo>
                  <a:cubicBezTo>
                    <a:pt x="7657" y="127"/>
                    <a:pt x="7499" y="1"/>
                    <a:pt x="7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>
              <a:extLst>
                <a:ext uri="{FF2B5EF4-FFF2-40B4-BE49-F238E27FC236}">
                  <a16:creationId xmlns:a16="http://schemas.microsoft.com/office/drawing/2014/main" id="{CC5CC049-FA6B-858B-E6FA-148BD0B63489}"/>
                </a:ext>
              </a:extLst>
            </p:cNvPr>
            <p:cNvSpPr/>
            <p:nvPr/>
          </p:nvSpPr>
          <p:spPr>
            <a:xfrm>
              <a:off x="2872725" y="2112000"/>
              <a:ext cx="295375" cy="137875"/>
            </a:xfrm>
            <a:custGeom>
              <a:avLst/>
              <a:gdLst/>
              <a:ahLst/>
              <a:cxnLst/>
              <a:rect l="l" t="t" r="r" b="b"/>
              <a:pathLst>
                <a:path w="11815" h="5515" extrusionOk="0">
                  <a:moveTo>
                    <a:pt x="11121" y="2080"/>
                  </a:moveTo>
                  <a:lnTo>
                    <a:pt x="11121" y="3466"/>
                  </a:lnTo>
                  <a:lnTo>
                    <a:pt x="10397" y="3466"/>
                  </a:lnTo>
                  <a:lnTo>
                    <a:pt x="10397" y="2080"/>
                  </a:lnTo>
                  <a:close/>
                  <a:moveTo>
                    <a:pt x="9389" y="662"/>
                  </a:moveTo>
                  <a:cubicBezTo>
                    <a:pt x="9578" y="662"/>
                    <a:pt x="9735" y="820"/>
                    <a:pt x="9735" y="1009"/>
                  </a:cubicBezTo>
                  <a:lnTo>
                    <a:pt x="9735" y="4474"/>
                  </a:lnTo>
                  <a:cubicBezTo>
                    <a:pt x="9735" y="4663"/>
                    <a:pt x="9578" y="4852"/>
                    <a:pt x="9389" y="4852"/>
                  </a:cubicBezTo>
                  <a:lnTo>
                    <a:pt x="1040" y="4852"/>
                  </a:lnTo>
                  <a:cubicBezTo>
                    <a:pt x="819" y="4852"/>
                    <a:pt x="662" y="4663"/>
                    <a:pt x="662" y="4474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4474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9357" y="5514"/>
                  </a:lnTo>
                  <a:cubicBezTo>
                    <a:pt x="9956" y="5514"/>
                    <a:pt x="10397" y="5041"/>
                    <a:pt x="10397" y="4474"/>
                  </a:cubicBezTo>
                  <a:lnTo>
                    <a:pt x="10397" y="4128"/>
                  </a:lnTo>
                  <a:lnTo>
                    <a:pt x="11436" y="4128"/>
                  </a:lnTo>
                  <a:cubicBezTo>
                    <a:pt x="11625" y="4128"/>
                    <a:pt x="11783" y="3970"/>
                    <a:pt x="11783" y="3781"/>
                  </a:cubicBezTo>
                  <a:lnTo>
                    <a:pt x="11783" y="1702"/>
                  </a:lnTo>
                  <a:cubicBezTo>
                    <a:pt x="11814" y="1513"/>
                    <a:pt x="11657" y="1387"/>
                    <a:pt x="11468" y="1387"/>
                  </a:cubicBezTo>
                  <a:lnTo>
                    <a:pt x="10397" y="1387"/>
                  </a:lnTo>
                  <a:lnTo>
                    <a:pt x="10397" y="1009"/>
                  </a:lnTo>
                  <a:cubicBezTo>
                    <a:pt x="10397" y="442"/>
                    <a:pt x="9924" y="1"/>
                    <a:pt x="9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40">
            <a:extLst>
              <a:ext uri="{FF2B5EF4-FFF2-40B4-BE49-F238E27FC236}">
                <a16:creationId xmlns:a16="http://schemas.microsoft.com/office/drawing/2014/main" id="{D4A92EF9-D30B-D18F-7B8B-0082595750DE}"/>
              </a:ext>
            </a:extLst>
          </p:cNvPr>
          <p:cNvSpPr/>
          <p:nvPr/>
        </p:nvSpPr>
        <p:spPr>
          <a:xfrm>
            <a:off x="3213894" y="1699937"/>
            <a:ext cx="246233" cy="318124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40">
            <a:extLst>
              <a:ext uri="{FF2B5EF4-FFF2-40B4-BE49-F238E27FC236}">
                <a16:creationId xmlns:a16="http://schemas.microsoft.com/office/drawing/2014/main" id="{6967505B-C07D-7151-963A-9763BB8CE51B}"/>
              </a:ext>
            </a:extLst>
          </p:cNvPr>
          <p:cNvGrpSpPr/>
          <p:nvPr/>
        </p:nvGrpSpPr>
        <p:grpSpPr>
          <a:xfrm>
            <a:off x="1671023" y="3125448"/>
            <a:ext cx="319011" cy="318151"/>
            <a:chOff x="2141000" y="1954475"/>
            <a:chExt cx="296975" cy="296175"/>
          </a:xfrm>
        </p:grpSpPr>
        <p:sp>
          <p:nvSpPr>
            <p:cNvPr id="508" name="Google Shape;508;p40">
              <a:extLst>
                <a:ext uri="{FF2B5EF4-FFF2-40B4-BE49-F238E27FC236}">
                  <a16:creationId xmlns:a16="http://schemas.microsoft.com/office/drawing/2014/main" id="{657C1A7E-ED04-FC31-B1F8-A1C27CE7DC63}"/>
                </a:ext>
              </a:extLst>
            </p:cNvPr>
            <p:cNvSpPr/>
            <p:nvPr/>
          </p:nvSpPr>
          <p:spPr>
            <a:xfrm>
              <a:off x="2280425" y="1989925"/>
              <a:ext cx="104775" cy="68550"/>
            </a:xfrm>
            <a:custGeom>
              <a:avLst/>
              <a:gdLst/>
              <a:ahLst/>
              <a:cxnLst/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0">
              <a:extLst>
                <a:ext uri="{FF2B5EF4-FFF2-40B4-BE49-F238E27FC236}">
                  <a16:creationId xmlns:a16="http://schemas.microsoft.com/office/drawing/2014/main" id="{43F5ECF0-45D1-2C7C-D039-8680B7B147D3}"/>
                </a:ext>
              </a:extLst>
            </p:cNvPr>
            <p:cNvSpPr/>
            <p:nvPr/>
          </p:nvSpPr>
          <p:spPr>
            <a:xfrm>
              <a:off x="2174875" y="2145875"/>
              <a:ext cx="105575" cy="69325"/>
            </a:xfrm>
            <a:custGeom>
              <a:avLst/>
              <a:gdLst/>
              <a:ahLst/>
              <a:cxnLst/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>
              <a:extLst>
                <a:ext uri="{FF2B5EF4-FFF2-40B4-BE49-F238E27FC236}">
                  <a16:creationId xmlns:a16="http://schemas.microsoft.com/office/drawing/2014/main" id="{A10928EE-4ADA-2D9C-CD36-F8EE84263E82}"/>
                </a:ext>
              </a:extLst>
            </p:cNvPr>
            <p:cNvSpPr/>
            <p:nvPr/>
          </p:nvSpPr>
          <p:spPr>
            <a:xfrm>
              <a:off x="2141000" y="1954475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>
              <a:extLst>
                <a:ext uri="{FF2B5EF4-FFF2-40B4-BE49-F238E27FC236}">
                  <a16:creationId xmlns:a16="http://schemas.microsoft.com/office/drawing/2014/main" id="{0C35824C-4D3B-6BED-64B3-51EEC7E93ADB}"/>
                </a:ext>
              </a:extLst>
            </p:cNvPr>
            <p:cNvSpPr/>
            <p:nvPr/>
          </p:nvSpPr>
          <p:spPr>
            <a:xfrm>
              <a:off x="2298525" y="2076550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74B76DB2-543B-E5EA-4D49-AFB3256055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27563" y="1160710"/>
            <a:ext cx="40463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Learn → Contribute → Own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Avoid common onboarding mistakes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Focus on creating value early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Build trust through your actions </a:t>
            </a:r>
          </a:p>
        </p:txBody>
      </p:sp>
      <p:grpSp>
        <p:nvGrpSpPr>
          <p:cNvPr id="6" name="Google Shape;13702;p67">
            <a:extLst>
              <a:ext uri="{FF2B5EF4-FFF2-40B4-BE49-F238E27FC236}">
                <a16:creationId xmlns:a16="http://schemas.microsoft.com/office/drawing/2014/main" id="{A7E5E08F-37A6-0B8B-63E3-CA6A4A01A353}"/>
              </a:ext>
            </a:extLst>
          </p:cNvPr>
          <p:cNvGrpSpPr/>
          <p:nvPr/>
        </p:nvGrpSpPr>
        <p:grpSpPr>
          <a:xfrm>
            <a:off x="4733908" y="642684"/>
            <a:ext cx="359154" cy="357424"/>
            <a:chOff x="-49786250" y="2316650"/>
            <a:chExt cx="300900" cy="299450"/>
          </a:xfrm>
        </p:grpSpPr>
        <p:sp>
          <p:nvSpPr>
            <p:cNvPr id="7" name="Google Shape;13703;p67">
              <a:extLst>
                <a:ext uri="{FF2B5EF4-FFF2-40B4-BE49-F238E27FC236}">
                  <a16:creationId xmlns:a16="http://schemas.microsoft.com/office/drawing/2014/main" id="{92685185-B62B-C3C0-6F50-8D5B056B46B4}"/>
                </a:ext>
              </a:extLst>
            </p:cNvPr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3704;p67">
              <a:extLst>
                <a:ext uri="{FF2B5EF4-FFF2-40B4-BE49-F238E27FC236}">
                  <a16:creationId xmlns:a16="http://schemas.microsoft.com/office/drawing/2014/main" id="{2DACCE0B-07AD-E5CA-EBAF-D959EFC82C51}"/>
                </a:ext>
              </a:extLst>
            </p:cNvPr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05;p67">
              <a:extLst>
                <a:ext uri="{FF2B5EF4-FFF2-40B4-BE49-F238E27FC236}">
                  <a16:creationId xmlns:a16="http://schemas.microsoft.com/office/drawing/2014/main" id="{5DCD8788-4EA8-99CB-E8EB-B8ADF92B5728}"/>
                </a:ext>
              </a:extLst>
            </p:cNvPr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06;p67">
              <a:extLst>
                <a:ext uri="{FF2B5EF4-FFF2-40B4-BE49-F238E27FC236}">
                  <a16:creationId xmlns:a16="http://schemas.microsoft.com/office/drawing/2014/main" id="{8A4FB0C9-3216-17C3-CA76-36386A2AD60C}"/>
                </a:ext>
              </a:extLst>
            </p:cNvPr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707;p67">
              <a:extLst>
                <a:ext uri="{FF2B5EF4-FFF2-40B4-BE49-F238E27FC236}">
                  <a16:creationId xmlns:a16="http://schemas.microsoft.com/office/drawing/2014/main" id="{E960667C-7393-BF7E-07BC-82787A7C0900}"/>
                </a:ext>
              </a:extLst>
            </p:cNvPr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708;p67">
              <a:extLst>
                <a:ext uri="{FF2B5EF4-FFF2-40B4-BE49-F238E27FC236}">
                  <a16:creationId xmlns:a16="http://schemas.microsoft.com/office/drawing/2014/main" id="{9A5E7D67-5D22-00C0-D3F5-578499A15F45}"/>
                </a:ext>
              </a:extLst>
            </p:cNvPr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709;p67">
              <a:extLst>
                <a:ext uri="{FF2B5EF4-FFF2-40B4-BE49-F238E27FC236}">
                  <a16:creationId xmlns:a16="http://schemas.microsoft.com/office/drawing/2014/main" id="{D30938E4-FFD5-885C-41F7-8671292ECDB3}"/>
                </a:ext>
              </a:extLst>
            </p:cNvPr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3F42805-732A-C365-278B-6D8077BD2387}"/>
              </a:ext>
            </a:extLst>
          </p:cNvPr>
          <p:cNvSpPr txBox="1"/>
          <p:nvPr/>
        </p:nvSpPr>
        <p:spPr>
          <a:xfrm>
            <a:off x="3694771" y="4029683"/>
            <a:ext cx="56332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Your first 90 days don’t define your job - they define your trajectory.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39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9">
          <a:extLst>
            <a:ext uri="{FF2B5EF4-FFF2-40B4-BE49-F238E27FC236}">
              <a16:creationId xmlns:a16="http://schemas.microsoft.com/office/drawing/2014/main" id="{E19C368F-A4E5-1195-F5CB-88AA73337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>
            <a:extLst>
              <a:ext uri="{FF2B5EF4-FFF2-40B4-BE49-F238E27FC236}">
                <a16:creationId xmlns:a16="http://schemas.microsoft.com/office/drawing/2014/main" id="{2F2AF311-79E9-BD94-A6CB-3B3CCB279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3710" y="1568098"/>
            <a:ext cx="2191200" cy="106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THANK YOU</a:t>
            </a:r>
            <a:endParaRPr sz="2400" dirty="0">
              <a:solidFill>
                <a:schemeClr val="tx1"/>
              </a:solidFill>
            </a:endParaRPr>
          </a:p>
        </p:txBody>
      </p:sp>
      <p:cxnSp>
        <p:nvCxnSpPr>
          <p:cNvPr id="571" name="Google Shape;571;p43">
            <a:extLst>
              <a:ext uri="{FF2B5EF4-FFF2-40B4-BE49-F238E27FC236}">
                <a16:creationId xmlns:a16="http://schemas.microsoft.com/office/drawing/2014/main" id="{6CE867FC-022A-C15D-113C-F13E960733CA}"/>
              </a:ext>
            </a:extLst>
          </p:cNvPr>
          <p:cNvCxnSpPr/>
          <p:nvPr/>
        </p:nvCxnSpPr>
        <p:spPr>
          <a:xfrm>
            <a:off x="864500" y="3055850"/>
            <a:ext cx="220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2" name="Google Shape;572;p43">
            <a:extLst>
              <a:ext uri="{FF2B5EF4-FFF2-40B4-BE49-F238E27FC236}">
                <a16:creationId xmlns:a16="http://schemas.microsoft.com/office/drawing/2014/main" id="{DDCC28F9-F671-0F49-6B80-DF187A3B39C3}"/>
              </a:ext>
            </a:extLst>
          </p:cNvPr>
          <p:cNvGrpSpPr/>
          <p:nvPr/>
        </p:nvGrpSpPr>
        <p:grpSpPr>
          <a:xfrm>
            <a:off x="2806288" y="3169321"/>
            <a:ext cx="264704" cy="264704"/>
            <a:chOff x="1487200" y="4993750"/>
            <a:chExt cx="483125" cy="483125"/>
          </a:xfrm>
        </p:grpSpPr>
        <p:sp>
          <p:nvSpPr>
            <p:cNvPr id="573" name="Google Shape;573;p43">
              <a:extLst>
                <a:ext uri="{FF2B5EF4-FFF2-40B4-BE49-F238E27FC236}">
                  <a16:creationId xmlns:a16="http://schemas.microsoft.com/office/drawing/2014/main" id="{B6C21586-3735-AEF1-8DCF-894FA5589669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4" name="Google Shape;574;p43">
              <a:extLst>
                <a:ext uri="{FF2B5EF4-FFF2-40B4-BE49-F238E27FC236}">
                  <a16:creationId xmlns:a16="http://schemas.microsoft.com/office/drawing/2014/main" id="{AD9A33CF-384E-CC51-11FF-EC7F265D2E19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3B97F5F-4147-738A-037D-61A490253849}"/>
              </a:ext>
            </a:extLst>
          </p:cNvPr>
          <p:cNvSpPr txBox="1"/>
          <p:nvPr/>
        </p:nvSpPr>
        <p:spPr>
          <a:xfrm>
            <a:off x="3624146" y="2101348"/>
            <a:ext cx="5728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Fira Sans" panose="020B0503050000020004" pitchFamily="34" charset="0"/>
              </a:rPr>
              <a:t>Your first 90 days don’t define your job—they define your trajectory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296B3-4ADD-41AF-69A7-6717C73D435A}"/>
              </a:ext>
            </a:extLst>
          </p:cNvPr>
          <p:cNvSpPr txBox="1"/>
          <p:nvPr/>
        </p:nvSpPr>
        <p:spPr>
          <a:xfrm>
            <a:off x="1356174" y="3147784"/>
            <a:ext cx="1090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780679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Meeting by Slidesgo">
  <a:themeElements>
    <a:clrScheme name="Simple Light">
      <a:dk1>
        <a:srgbClr val="000000"/>
      </a:dk1>
      <a:lt1>
        <a:srgbClr val="FFFFFF"/>
      </a:lt1>
      <a:dk2>
        <a:srgbClr val="E7E7E7"/>
      </a:dk2>
      <a:lt2>
        <a:srgbClr val="D4DDD6"/>
      </a:lt2>
      <a:accent1>
        <a:srgbClr val="FF632E"/>
      </a:accent1>
      <a:accent2>
        <a:srgbClr val="212121"/>
      </a:accent2>
      <a:accent3>
        <a:srgbClr val="FF632E"/>
      </a:accent3>
      <a:accent4>
        <a:srgbClr val="E7E7E7"/>
      </a:accent4>
      <a:accent5>
        <a:srgbClr val="D4DDD6"/>
      </a:accent5>
      <a:accent6>
        <a:srgbClr val="FF632E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On-screen Show (16:9)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Wingdings</vt:lpstr>
      <vt:lpstr>Fira Sans</vt:lpstr>
      <vt:lpstr>Helvetica Neue</vt:lpstr>
      <vt:lpstr>Gentium Book Basic</vt:lpstr>
      <vt:lpstr>Arial</vt:lpstr>
      <vt:lpstr>Timeline Meeting by Slidesgo</vt:lpstr>
      <vt:lpstr>The First 90 Days in a New Role</vt:lpstr>
      <vt:lpstr>AGENDA</vt:lpstr>
      <vt:lpstr>Why the First 90 Days Matter</vt:lpstr>
      <vt:lpstr>The 30–60–90 Day Framework</vt:lpstr>
      <vt:lpstr>First 30 Days: Learn</vt:lpstr>
      <vt:lpstr>31–60 Days: Contribute</vt:lpstr>
      <vt:lpstr>61–90 Days: Own</vt:lpstr>
      <vt:lpstr>⚠️ Common Mistakes            to Avoid </vt:lpstr>
      <vt:lpstr>PowerPoint Presentation</vt:lpstr>
      <vt:lpstr>What Determines Your Success</vt:lpstr>
      <vt:lpstr>Two Possible Paths in Your First 90 Days</vt:lpstr>
      <vt:lpstr>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Kaustab Chakraborty</dc:creator>
  <cp:lastModifiedBy>Kaustab Chakraborty</cp:lastModifiedBy>
  <cp:revision>1</cp:revision>
  <dcterms:modified xsi:type="dcterms:W3CDTF">2026-04-26T19:21:01Z</dcterms:modified>
</cp:coreProperties>
</file>